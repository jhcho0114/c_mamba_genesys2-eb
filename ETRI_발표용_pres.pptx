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9" r:id="rId1"/>
  </p:sldMasterIdLst>
  <p:notesMasterIdLst>
    <p:notesMasterId r:id="rId10"/>
  </p:notesMasterIdLst>
  <p:handoutMasterIdLst>
    <p:handoutMasterId r:id="rId11"/>
  </p:handoutMasterIdLst>
  <p:sldIdLst>
    <p:sldId id="476" r:id="rId2"/>
    <p:sldId id="1091" r:id="rId3"/>
    <p:sldId id="1077" r:id="rId4"/>
    <p:sldId id="1088" r:id="rId5"/>
    <p:sldId id="1078" r:id="rId6"/>
    <p:sldId id="1093" r:id="rId7"/>
    <p:sldId id="1092" r:id="rId8"/>
    <p:sldId id="1095" r:id="rId9"/>
  </p:sldIdLst>
  <p:sldSz cx="13004800" cy="9753600"/>
  <p:notesSz cx="7099300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1800" b="0" i="0" u="none" strike="noStrike" cap="none" spc="0" normalizeH="0" baseline="0"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1">
          <p15:clr>
            <a:srgbClr val="A4A3A4"/>
          </p15:clr>
        </p15:guide>
        <p15:guide id="2" pos="409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D09403-A110-087A-D73C-0A2C9D25C75A}" name="이상완" initials="전이" userId="S::lso500@mail.ulsan.ac.kr::96b8e34a-8cbc-4d1c-bc14-d555da540f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EFCE"/>
    <a:srgbClr val="7F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3C9C7-6EE8-40AA-910A-76C3ECA6368F}" v="19" dt="2026-06-16T05:00:07.446"/>
    <p1510:client id="{96B45C50-CE1F-4D6E-9A70-4C13933F81FD}" v="10" dt="2026-06-16T06:28:38.363"/>
  </p1510:revLst>
</p1510:revInfo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0"/>
              <a:lumOff val="-7250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Row>
  </a:tblStyle>
  <a:tblStyle styleId="{EEE7283C-3CF3-47DC-8721-378D4A62B22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5">
              <a:hueOff val="-239254"/>
              <a:lumOff val="-1400"/>
            </a:schemeClr>
          </a:solidFill>
        </a:fill>
      </a:tcStyle>
    </a:firstRow>
  </a:tblStyle>
  <a:tblStyle styleId="{2708684C-4D16-4618-839F-0558EEFCDFE6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Row>
  </a:tblStyle>
  <a:tblStyle styleId="{33BA23B1-9221-436E-865A-0063620EA4FD}" styleName=""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222222"/>
              </a:solidFill>
              <a:prstDash val="solid"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222222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firstRow>
  </a:tblStyle>
  <a:tblStyle styleId="{CF821DB8-F4EB-4A41-A1BA-3FCAFE7338EE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889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147882"/>
          </a:solidFill>
        </a:fill>
      </a:tcStyle>
    </a:firstRow>
  </a:tblStyle>
  <a:tblStyle styleId="{C7B018BB-80A7-4F77-B60F-C8B233D01FF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071"/>
        <p:guide pos="409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양상훈" userId="398f8b8b-0fe1-4db7-a342-7f6149699d0e" providerId="ADAL" clId="{B499E87B-936C-4A1A-883B-2C691654BCB1}"/>
    <pc:docChg chg="modSld">
      <pc:chgData name="양상훈" userId="398f8b8b-0fe1-4db7-a342-7f6149699d0e" providerId="ADAL" clId="{B499E87B-936C-4A1A-883B-2C691654BCB1}" dt="2026-06-16T06:28:38.363" v="9" actId="20577"/>
      <pc:docMkLst>
        <pc:docMk/>
      </pc:docMkLst>
      <pc:sldChg chg="modSp mod">
        <pc:chgData name="양상훈" userId="398f8b8b-0fe1-4db7-a342-7f6149699d0e" providerId="ADAL" clId="{B499E87B-936C-4A1A-883B-2C691654BCB1}" dt="2026-06-16T06:25:34.855" v="2" actId="122"/>
        <pc:sldMkLst>
          <pc:docMk/>
          <pc:sldMk cId="1712959638" sldId="1078"/>
        </pc:sldMkLst>
        <pc:spChg chg="mod">
          <ac:chgData name="양상훈" userId="398f8b8b-0fe1-4db7-a342-7f6149699d0e" providerId="ADAL" clId="{B499E87B-936C-4A1A-883B-2C691654BCB1}" dt="2026-06-16T06:25:34.855" v="2" actId="122"/>
          <ac:spMkLst>
            <pc:docMk/>
            <pc:sldMk cId="1712959638" sldId="1078"/>
            <ac:spMk id="20" creationId="{5C2FF66A-60F5-BE80-BFDF-9DA25432A96C}"/>
          </ac:spMkLst>
        </pc:spChg>
      </pc:sldChg>
      <pc:sldChg chg="modSp mod">
        <pc:chgData name="양상훈" userId="398f8b8b-0fe1-4db7-a342-7f6149699d0e" providerId="ADAL" clId="{B499E87B-936C-4A1A-883B-2C691654BCB1}" dt="2026-06-16T06:24:19.165" v="0" actId="6549"/>
        <pc:sldMkLst>
          <pc:docMk/>
          <pc:sldMk cId="1137673802" sldId="1088"/>
        </pc:sldMkLst>
        <pc:spChg chg="mod">
          <ac:chgData name="양상훈" userId="398f8b8b-0fe1-4db7-a342-7f6149699d0e" providerId="ADAL" clId="{B499E87B-936C-4A1A-883B-2C691654BCB1}" dt="2026-06-16T06:24:19.165" v="0" actId="6549"/>
          <ac:spMkLst>
            <pc:docMk/>
            <pc:sldMk cId="1137673802" sldId="1088"/>
            <ac:spMk id="36" creationId="{FB63C03F-39FB-A115-485C-2B22467E4A68}"/>
          </ac:spMkLst>
        </pc:spChg>
      </pc:sldChg>
      <pc:sldChg chg="modSp mod">
        <pc:chgData name="양상훈" userId="398f8b8b-0fe1-4db7-a342-7f6149699d0e" providerId="ADAL" clId="{B499E87B-936C-4A1A-883B-2C691654BCB1}" dt="2026-06-16T06:27:02.817" v="5" actId="6549"/>
        <pc:sldMkLst>
          <pc:docMk/>
          <pc:sldMk cId="1552774980" sldId="1092"/>
        </pc:sldMkLst>
        <pc:spChg chg="mod">
          <ac:chgData name="양상훈" userId="398f8b8b-0fe1-4db7-a342-7f6149699d0e" providerId="ADAL" clId="{B499E87B-936C-4A1A-883B-2C691654BCB1}" dt="2026-06-16T06:26:54.230" v="3" actId="6549"/>
          <ac:spMkLst>
            <pc:docMk/>
            <pc:sldMk cId="1552774980" sldId="1092"/>
            <ac:spMk id="3" creationId="{D8978613-77D4-4762-75EE-B2DADC941D75}"/>
          </ac:spMkLst>
        </pc:spChg>
        <pc:spChg chg="mod">
          <ac:chgData name="양상훈" userId="398f8b8b-0fe1-4db7-a342-7f6149699d0e" providerId="ADAL" clId="{B499E87B-936C-4A1A-883B-2C691654BCB1}" dt="2026-06-16T06:27:02.817" v="5" actId="6549"/>
          <ac:spMkLst>
            <pc:docMk/>
            <pc:sldMk cId="1552774980" sldId="1092"/>
            <ac:spMk id="14" creationId="{50C9A0A7-D02D-CB8B-086B-336E45E2584C}"/>
          </ac:spMkLst>
        </pc:spChg>
      </pc:sldChg>
      <pc:sldChg chg="modSp mod">
        <pc:chgData name="양상훈" userId="398f8b8b-0fe1-4db7-a342-7f6149699d0e" providerId="ADAL" clId="{B499E87B-936C-4A1A-883B-2C691654BCB1}" dt="2026-06-16T06:28:38.363" v="9" actId="20577"/>
        <pc:sldMkLst>
          <pc:docMk/>
          <pc:sldMk cId="2849984605" sldId="1095"/>
        </pc:sldMkLst>
        <pc:spChg chg="mod">
          <ac:chgData name="양상훈" userId="398f8b8b-0fe1-4db7-a342-7f6149699d0e" providerId="ADAL" clId="{B499E87B-936C-4A1A-883B-2C691654BCB1}" dt="2026-06-16T06:28:38.363" v="9" actId="20577"/>
          <ac:spMkLst>
            <pc:docMk/>
            <pc:sldMk cId="2849984605" sldId="1095"/>
            <ac:spMk id="3" creationId="{3B5D33A5-3198-201C-C0F0-1CEC5B17A4D3}"/>
          </ac:spMkLst>
        </pc:spChg>
      </pc:sldChg>
    </pc:docChg>
  </pc:docChgLst>
  <pc:docChgLst>
    <pc:chgData name="박재현" userId="23cf703c-e1cc-4f4e-b920-7f1f580f935d" providerId="ADAL" clId="{CBE98EB8-951E-4AF7-89D8-ED1139A8662D}"/>
    <pc:docChg chg="undo custSel addSld delSld modSld sldOrd delMainMaster">
      <pc:chgData name="박재현" userId="23cf703c-e1cc-4f4e-b920-7f1f580f935d" providerId="ADAL" clId="{CBE98EB8-951E-4AF7-89D8-ED1139A8662D}" dt="2026-06-16T05:00:16.043" v="302"/>
      <pc:docMkLst>
        <pc:docMk/>
      </pc:docMkLst>
      <pc:sldChg chg="modSp add mod ord">
        <pc:chgData name="박재현" userId="23cf703c-e1cc-4f4e-b920-7f1f580f935d" providerId="ADAL" clId="{CBE98EB8-951E-4AF7-89D8-ED1139A8662D}" dt="2026-06-16T04:19:53.382" v="124" actId="20577"/>
        <pc:sldMkLst>
          <pc:docMk/>
          <pc:sldMk cId="309745504" sldId="476"/>
        </pc:sldMkLst>
        <pc:spChg chg="mod">
          <ac:chgData name="박재현" userId="23cf703c-e1cc-4f4e-b920-7f1f580f935d" providerId="ADAL" clId="{CBE98EB8-951E-4AF7-89D8-ED1139A8662D}" dt="2026-06-16T04:19:39.304" v="78" actId="27636"/>
          <ac:spMkLst>
            <pc:docMk/>
            <pc:sldMk cId="309745504" sldId="476"/>
            <ac:spMk id="2" creationId="{00000000-0000-0000-0000-000000000000}"/>
          </ac:spMkLst>
        </pc:spChg>
        <pc:spChg chg="mod">
          <ac:chgData name="박재현" userId="23cf703c-e1cc-4f4e-b920-7f1f580f935d" providerId="ADAL" clId="{CBE98EB8-951E-4AF7-89D8-ED1139A8662D}" dt="2026-06-16T04:19:53.382" v="124" actId="20577"/>
          <ac:spMkLst>
            <pc:docMk/>
            <pc:sldMk cId="309745504" sldId="476"/>
            <ac:spMk id="4" creationId="{1014FA5E-9E2A-8B03-6A9E-7CA2590FFB81}"/>
          </ac:spMkLst>
        </pc:spChg>
      </pc:sldChg>
      <pc:sldChg chg="add del">
        <pc:chgData name="박재현" userId="23cf703c-e1cc-4f4e-b920-7f1f580f935d" providerId="ADAL" clId="{CBE98EB8-951E-4AF7-89D8-ED1139A8662D}" dt="2026-06-16T04:21:40.797" v="144" actId="47"/>
        <pc:sldMkLst>
          <pc:docMk/>
          <pc:sldMk cId="1210807773" sldId="876"/>
        </pc:sldMkLst>
      </pc:sldChg>
      <pc:sldChg chg="addSp delSp modSp mod ord modClrScheme chgLayout">
        <pc:chgData name="박재현" userId="23cf703c-e1cc-4f4e-b920-7f1f580f935d" providerId="ADAL" clId="{CBE98EB8-951E-4AF7-89D8-ED1139A8662D}" dt="2026-06-16T05:00:16.043" v="302"/>
        <pc:sldMkLst>
          <pc:docMk/>
          <pc:sldMk cId="3255605325" sldId="1077"/>
        </pc:sldMkLst>
        <pc:spChg chg="mod ord">
          <ac:chgData name="박재현" userId="23cf703c-e1cc-4f4e-b920-7f1f580f935d" providerId="ADAL" clId="{CBE98EB8-951E-4AF7-89D8-ED1139A8662D}" dt="2026-06-16T04:28:26.222" v="255" actId="6264"/>
          <ac:spMkLst>
            <pc:docMk/>
            <pc:sldMk cId="3255605325" sldId="1077"/>
            <ac:spMk id="2" creationId="{2294D887-1FF5-597E-3CED-D693A0204D25}"/>
          </ac:spMkLst>
        </pc:spChg>
        <pc:spChg chg="add mod ord">
          <ac:chgData name="박재현" userId="23cf703c-e1cc-4f4e-b920-7f1f580f935d" providerId="ADAL" clId="{CBE98EB8-951E-4AF7-89D8-ED1139A8662D}" dt="2026-06-16T04:28:26.222" v="255" actId="6264"/>
          <ac:spMkLst>
            <pc:docMk/>
            <pc:sldMk cId="3255605325" sldId="1077"/>
            <ac:spMk id="3" creationId="{9E9AEF74-B54A-FED6-E7E4-890D4550BBF4}"/>
          </ac:spMkLst>
        </pc:spChg>
        <pc:spChg chg="del">
          <ac:chgData name="박재현" userId="23cf703c-e1cc-4f4e-b920-7f1f580f935d" providerId="ADAL" clId="{CBE98EB8-951E-4AF7-89D8-ED1139A8662D}" dt="2026-06-16T04:28:31.407" v="256" actId="478"/>
          <ac:spMkLst>
            <pc:docMk/>
            <pc:sldMk cId="3255605325" sldId="1077"/>
            <ac:spMk id="4" creationId="{08658264-BD49-D105-BC44-486642F24007}"/>
          </ac:spMkLst>
        </pc:spChg>
        <pc:spChg chg="add del mod">
          <ac:chgData name="박재현" userId="23cf703c-e1cc-4f4e-b920-7f1f580f935d" providerId="ADAL" clId="{CBE98EB8-951E-4AF7-89D8-ED1139A8662D}" dt="2026-06-16T04:28:26.222" v="255" actId="6264"/>
          <ac:spMkLst>
            <pc:docMk/>
            <pc:sldMk cId="3255605325" sldId="1077"/>
            <ac:spMk id="6" creationId="{56D85BA5-7757-F622-18B9-372DBA0B1DDA}"/>
          </ac:spMkLst>
        </pc:spChg>
        <pc:spChg chg="add del mod">
          <ac:chgData name="박재현" userId="23cf703c-e1cc-4f4e-b920-7f1f580f935d" providerId="ADAL" clId="{CBE98EB8-951E-4AF7-89D8-ED1139A8662D}" dt="2026-06-16T04:28:26.222" v="255" actId="6264"/>
          <ac:spMkLst>
            <pc:docMk/>
            <pc:sldMk cId="3255605325" sldId="1077"/>
            <ac:spMk id="10" creationId="{54803681-B03D-3729-71E8-CDD94FA8B67D}"/>
          </ac:spMkLst>
        </pc:spChg>
        <pc:spChg chg="del">
          <ac:chgData name="박재현" userId="23cf703c-e1cc-4f4e-b920-7f1f580f935d" providerId="ADAL" clId="{CBE98EB8-951E-4AF7-89D8-ED1139A8662D}" dt="2026-06-16T04:28:34.665" v="257" actId="478"/>
          <ac:spMkLst>
            <pc:docMk/>
            <pc:sldMk cId="3255605325" sldId="1077"/>
            <ac:spMk id="15" creationId="{B03CFCE1-2F42-6C41-95E8-D67931724C27}"/>
          </ac:spMkLst>
        </pc:spChg>
        <pc:spChg chg="add del mod">
          <ac:chgData name="박재현" userId="23cf703c-e1cc-4f4e-b920-7f1f580f935d" providerId="ADAL" clId="{CBE98EB8-951E-4AF7-89D8-ED1139A8662D}" dt="2026-06-16T04:28:26.222" v="255" actId="6264"/>
          <ac:spMkLst>
            <pc:docMk/>
            <pc:sldMk cId="3255605325" sldId="1077"/>
            <ac:spMk id="19" creationId="{6B8E0C9C-8720-5C10-624B-791479E9C68F}"/>
          </ac:spMkLst>
        </pc:spChg>
        <pc:spChg chg="mod">
          <ac:chgData name="박재현" userId="23cf703c-e1cc-4f4e-b920-7f1f580f935d" providerId="ADAL" clId="{CBE98EB8-951E-4AF7-89D8-ED1139A8662D}" dt="2026-06-16T04:29:21.273" v="269" actId="1076"/>
          <ac:spMkLst>
            <pc:docMk/>
            <pc:sldMk cId="3255605325" sldId="1077"/>
            <ac:spMk id="27" creationId="{9D8D3D7A-2E18-81B5-E241-E5E1A307DB88}"/>
          </ac:spMkLst>
        </pc:spChg>
        <pc:spChg chg="mod">
          <ac:chgData name="박재현" userId="23cf703c-e1cc-4f4e-b920-7f1f580f935d" providerId="ADAL" clId="{CBE98EB8-951E-4AF7-89D8-ED1139A8662D}" dt="2026-06-16T04:29:21.273" v="269" actId="1076"/>
          <ac:spMkLst>
            <pc:docMk/>
            <pc:sldMk cId="3255605325" sldId="1077"/>
            <ac:spMk id="29" creationId="{6487CA9E-256F-6B21-6A72-9D32E46D2EAA}"/>
          </ac:spMkLst>
        </pc:spChg>
        <pc:spChg chg="mod">
          <ac:chgData name="박재현" userId="23cf703c-e1cc-4f4e-b920-7f1f580f935d" providerId="ADAL" clId="{CBE98EB8-951E-4AF7-89D8-ED1139A8662D}" dt="2026-06-16T04:29:21.273" v="269" actId="1076"/>
          <ac:spMkLst>
            <pc:docMk/>
            <pc:sldMk cId="3255605325" sldId="1077"/>
            <ac:spMk id="30" creationId="{06AC4634-8730-0154-9853-E5CFB27C616C}"/>
          </ac:spMkLst>
        </pc:spChg>
        <pc:spChg chg="mod">
          <ac:chgData name="박재현" userId="23cf703c-e1cc-4f4e-b920-7f1f580f935d" providerId="ADAL" clId="{CBE98EB8-951E-4AF7-89D8-ED1139A8662D}" dt="2026-06-16T04:29:21.273" v="269" actId="1076"/>
          <ac:spMkLst>
            <pc:docMk/>
            <pc:sldMk cId="3255605325" sldId="1077"/>
            <ac:spMk id="31" creationId="{66C0E80A-A499-71C4-961C-9035B26C4ECD}"/>
          </ac:spMkLst>
        </pc:spChg>
        <pc:spChg chg="mod">
          <ac:chgData name="박재현" userId="23cf703c-e1cc-4f4e-b920-7f1f580f935d" providerId="ADAL" clId="{CBE98EB8-951E-4AF7-89D8-ED1139A8662D}" dt="2026-06-16T04:29:21.273" v="269" actId="1076"/>
          <ac:spMkLst>
            <pc:docMk/>
            <pc:sldMk cId="3255605325" sldId="1077"/>
            <ac:spMk id="32" creationId="{A7E8D04A-0C5C-FCE2-1B63-14DA8E1F80DD}"/>
          </ac:spMkLst>
        </pc:spChg>
        <pc:spChg chg="mod ord">
          <ac:chgData name="박재현" userId="23cf703c-e1cc-4f4e-b920-7f1f580f935d" providerId="ADAL" clId="{CBE98EB8-951E-4AF7-89D8-ED1139A8662D}" dt="2026-06-16T04:29:12.418" v="268" actId="20577"/>
          <ac:spMkLst>
            <pc:docMk/>
            <pc:sldMk cId="3255605325" sldId="1077"/>
            <ac:spMk id="34" creationId="{9ECF9C63-0AE1-FA68-BF40-B5BD4F69DFE1}"/>
          </ac:spMkLst>
        </pc:spChg>
        <pc:spChg chg="del mod">
          <ac:chgData name="박재현" userId="23cf703c-e1cc-4f4e-b920-7f1f580f935d" providerId="ADAL" clId="{CBE98EB8-951E-4AF7-89D8-ED1139A8662D}" dt="2026-06-16T04:28:57.521" v="265" actId="478"/>
          <ac:spMkLst>
            <pc:docMk/>
            <pc:sldMk cId="3255605325" sldId="1077"/>
            <ac:spMk id="35" creationId="{F8CD7013-6E5B-69DF-6856-5862239AA4BC}"/>
          </ac:spMkLst>
        </pc:spChg>
        <pc:spChg chg="mod">
          <ac:chgData name="박재현" userId="23cf703c-e1cc-4f4e-b920-7f1f580f935d" providerId="ADAL" clId="{CBE98EB8-951E-4AF7-89D8-ED1139A8662D}" dt="2026-06-16T04:29:11.016" v="267" actId="1076"/>
          <ac:spMkLst>
            <pc:docMk/>
            <pc:sldMk cId="3255605325" sldId="1077"/>
            <ac:spMk id="36" creationId="{7FF7E8BA-2D0E-E536-D832-6D6219690803}"/>
          </ac:spMkLst>
        </pc:spChg>
        <pc:picChg chg="mod">
          <ac:chgData name="박재현" userId="23cf703c-e1cc-4f4e-b920-7f1f580f935d" providerId="ADAL" clId="{CBE98EB8-951E-4AF7-89D8-ED1139A8662D}" dt="2026-06-16T04:29:11.016" v="267" actId="1076"/>
          <ac:picMkLst>
            <pc:docMk/>
            <pc:sldMk cId="3255605325" sldId="1077"/>
            <ac:picMk id="16" creationId="{8F18C011-E4C6-A283-5635-E33B7B9FACA7}"/>
          </ac:picMkLst>
        </pc:picChg>
        <pc:picChg chg="mod">
          <ac:chgData name="박재현" userId="23cf703c-e1cc-4f4e-b920-7f1f580f935d" providerId="ADAL" clId="{CBE98EB8-951E-4AF7-89D8-ED1139A8662D}" dt="2026-06-16T04:29:11.016" v="267" actId="1076"/>
          <ac:picMkLst>
            <pc:docMk/>
            <pc:sldMk cId="3255605325" sldId="1077"/>
            <ac:picMk id="20" creationId="{3AA1CCBD-CA09-5D84-E3DC-50126D22B1EC}"/>
          </ac:picMkLst>
        </pc:picChg>
        <pc:picChg chg="mod">
          <ac:chgData name="박재현" userId="23cf703c-e1cc-4f4e-b920-7f1f580f935d" providerId="ADAL" clId="{CBE98EB8-951E-4AF7-89D8-ED1139A8662D}" dt="2026-06-16T04:29:11.016" v="267" actId="1076"/>
          <ac:picMkLst>
            <pc:docMk/>
            <pc:sldMk cId="3255605325" sldId="1077"/>
            <ac:picMk id="22" creationId="{ED076460-B2C6-E1CA-CEAA-DACBF4D8A8E1}"/>
          </ac:picMkLst>
        </pc:picChg>
      </pc:sldChg>
      <pc:sldChg chg="add">
        <pc:chgData name="박재현" userId="23cf703c-e1cc-4f4e-b920-7f1f580f935d" providerId="ADAL" clId="{CBE98EB8-951E-4AF7-89D8-ED1139A8662D}" dt="2026-06-16T05:00:07.445" v="300"/>
        <pc:sldMkLst>
          <pc:docMk/>
          <pc:sldMk cId="1712959638" sldId="1078"/>
        </pc:sldMkLst>
      </pc:sldChg>
      <pc:sldChg chg="addSp delSp modSp del mod modClrScheme chgLayout">
        <pc:chgData name="박재현" userId="23cf703c-e1cc-4f4e-b920-7f1f580f935d" providerId="ADAL" clId="{CBE98EB8-951E-4AF7-89D8-ED1139A8662D}" dt="2026-06-16T05:00:05.993" v="299" actId="2696"/>
        <pc:sldMkLst>
          <pc:docMk/>
          <pc:sldMk cId="3774727979" sldId="1078"/>
        </pc:sldMkLst>
        <pc:spChg chg="mod ord">
          <ac:chgData name="박재현" userId="23cf703c-e1cc-4f4e-b920-7f1f580f935d" providerId="ADAL" clId="{CBE98EB8-951E-4AF7-89D8-ED1139A8662D}" dt="2026-06-16T04:57:33.063" v="295" actId="6264"/>
          <ac:spMkLst>
            <pc:docMk/>
            <pc:sldMk cId="3774727979" sldId="1078"/>
            <ac:spMk id="2" creationId="{70891518-2F50-C5C4-8B66-D28D5E665E68}"/>
          </ac:spMkLst>
        </pc:spChg>
        <pc:spChg chg="mod ord">
          <ac:chgData name="박재현" userId="23cf703c-e1cc-4f4e-b920-7f1f580f935d" providerId="ADAL" clId="{CBE98EB8-951E-4AF7-89D8-ED1139A8662D}" dt="2026-06-16T04:57:33.063" v="295" actId="6264"/>
          <ac:spMkLst>
            <pc:docMk/>
            <pc:sldMk cId="3774727979" sldId="1078"/>
            <ac:spMk id="3" creationId="{D4C22DF9-2440-3CA0-C83A-7B8B0C22174E}"/>
          </ac:spMkLst>
        </pc:spChg>
        <pc:spChg chg="add mod ord">
          <ac:chgData name="박재현" userId="23cf703c-e1cc-4f4e-b920-7f1f580f935d" providerId="ADAL" clId="{CBE98EB8-951E-4AF7-89D8-ED1139A8662D}" dt="2026-06-16T04:57:33.063" v="295" actId="6264"/>
          <ac:spMkLst>
            <pc:docMk/>
            <pc:sldMk cId="3774727979" sldId="1078"/>
            <ac:spMk id="5" creationId="{95AB1994-2612-C787-8E35-9253C62FEDB2}"/>
          </ac:spMkLst>
        </pc:spChg>
        <pc:spChg chg="mod">
          <ac:chgData name="박재현" userId="23cf703c-e1cc-4f4e-b920-7f1f580f935d" providerId="ADAL" clId="{CBE98EB8-951E-4AF7-89D8-ED1139A8662D}" dt="2026-06-16T04:59:44.714" v="298" actId="1076"/>
          <ac:spMkLst>
            <pc:docMk/>
            <pc:sldMk cId="3774727979" sldId="1078"/>
            <ac:spMk id="6" creationId="{5C902DD8-3F84-259C-A95E-7C32FF8496CC}"/>
          </ac:spMkLst>
        </pc:spChg>
        <pc:spChg chg="add del mod">
          <ac:chgData name="박재현" userId="23cf703c-e1cc-4f4e-b920-7f1f580f935d" providerId="ADAL" clId="{CBE98EB8-951E-4AF7-89D8-ED1139A8662D}" dt="2026-06-16T04:57:31.578" v="294" actId="6264"/>
          <ac:spMkLst>
            <pc:docMk/>
            <pc:sldMk cId="3774727979" sldId="1078"/>
            <ac:spMk id="7" creationId="{2E91B3A1-FBFE-27F9-2CE0-26456F31B680}"/>
          </ac:spMkLst>
        </pc:spChg>
        <pc:spChg chg="mod">
          <ac:chgData name="박재현" userId="23cf703c-e1cc-4f4e-b920-7f1f580f935d" providerId="ADAL" clId="{CBE98EB8-951E-4AF7-89D8-ED1139A8662D}" dt="2026-06-16T04:59:44.714" v="298" actId="1076"/>
          <ac:spMkLst>
            <pc:docMk/>
            <pc:sldMk cId="3774727979" sldId="1078"/>
            <ac:spMk id="9" creationId="{F98DCA00-7434-BE9E-BE54-64D9CF6FD8A1}"/>
          </ac:spMkLst>
        </pc:spChg>
        <pc:spChg chg="mod">
          <ac:chgData name="박재현" userId="23cf703c-e1cc-4f4e-b920-7f1f580f935d" providerId="ADAL" clId="{CBE98EB8-951E-4AF7-89D8-ED1139A8662D}" dt="2026-06-16T04:59:44.714" v="298" actId="1076"/>
          <ac:spMkLst>
            <pc:docMk/>
            <pc:sldMk cId="3774727979" sldId="1078"/>
            <ac:spMk id="10" creationId="{0A9F581F-4CA3-9748-213C-1734A85ED85B}"/>
          </ac:spMkLst>
        </pc:spChg>
        <pc:spChg chg="add del mod">
          <ac:chgData name="박재현" userId="23cf703c-e1cc-4f4e-b920-7f1f580f935d" providerId="ADAL" clId="{CBE98EB8-951E-4AF7-89D8-ED1139A8662D}" dt="2026-06-16T04:57:31.578" v="294" actId="6264"/>
          <ac:spMkLst>
            <pc:docMk/>
            <pc:sldMk cId="3774727979" sldId="1078"/>
            <ac:spMk id="11" creationId="{4428CA61-5A5F-9247-18F0-2AC309D609B9}"/>
          </ac:spMkLst>
        </pc:spChg>
        <pc:spChg chg="add del mod">
          <ac:chgData name="박재현" userId="23cf703c-e1cc-4f4e-b920-7f1f580f935d" providerId="ADAL" clId="{CBE98EB8-951E-4AF7-89D8-ED1139A8662D}" dt="2026-06-16T04:57:31.578" v="294" actId="6264"/>
          <ac:spMkLst>
            <pc:docMk/>
            <pc:sldMk cId="3774727979" sldId="1078"/>
            <ac:spMk id="13" creationId="{91A0E77F-82D8-6FB8-5CAB-29AD90CE0C64}"/>
          </ac:spMkLst>
        </pc:spChg>
        <pc:spChg chg="add del mod">
          <ac:chgData name="박재현" userId="23cf703c-e1cc-4f4e-b920-7f1f580f935d" providerId="ADAL" clId="{CBE98EB8-951E-4AF7-89D8-ED1139A8662D}" dt="2026-06-16T04:57:33.063" v="295" actId="6264"/>
          <ac:spMkLst>
            <pc:docMk/>
            <pc:sldMk cId="3774727979" sldId="1078"/>
            <ac:spMk id="14" creationId="{37A02DD1-0108-44B3-6275-B5321C97BDCB}"/>
          </ac:spMkLst>
        </pc:spChg>
        <pc:spChg chg="add del mod">
          <ac:chgData name="박재현" userId="23cf703c-e1cc-4f4e-b920-7f1f580f935d" providerId="ADAL" clId="{CBE98EB8-951E-4AF7-89D8-ED1139A8662D}" dt="2026-06-16T04:57:33.063" v="295" actId="6264"/>
          <ac:spMkLst>
            <pc:docMk/>
            <pc:sldMk cId="3774727979" sldId="1078"/>
            <ac:spMk id="17" creationId="{6D6F2A1F-EA3B-6700-3E9E-9386A628CBEF}"/>
          </ac:spMkLst>
        </pc:spChg>
        <pc:spChg chg="add del mod">
          <ac:chgData name="박재현" userId="23cf703c-e1cc-4f4e-b920-7f1f580f935d" providerId="ADAL" clId="{CBE98EB8-951E-4AF7-89D8-ED1139A8662D}" dt="2026-06-16T04:57:33.063" v="295" actId="6264"/>
          <ac:spMkLst>
            <pc:docMk/>
            <pc:sldMk cId="3774727979" sldId="1078"/>
            <ac:spMk id="18" creationId="{556DA5EB-9A25-7E57-6E1F-FA4C5AA4D11B}"/>
          </ac:spMkLst>
        </pc:spChg>
        <pc:spChg chg="mod">
          <ac:chgData name="박재현" userId="23cf703c-e1cc-4f4e-b920-7f1f580f935d" providerId="ADAL" clId="{CBE98EB8-951E-4AF7-89D8-ED1139A8662D}" dt="2026-06-16T04:59:44.714" v="298" actId="1076"/>
          <ac:spMkLst>
            <pc:docMk/>
            <pc:sldMk cId="3774727979" sldId="1078"/>
            <ac:spMk id="20" creationId="{5C2FF66A-60F5-BE80-BFDF-9DA25432A96C}"/>
          </ac:spMkLst>
        </pc:spChg>
        <pc:picChg chg="mod">
          <ac:chgData name="박재현" userId="23cf703c-e1cc-4f4e-b920-7f1f580f935d" providerId="ADAL" clId="{CBE98EB8-951E-4AF7-89D8-ED1139A8662D}" dt="2026-06-16T04:59:44.714" v="298" actId="1076"/>
          <ac:picMkLst>
            <pc:docMk/>
            <pc:sldMk cId="3774727979" sldId="1078"/>
            <ac:picMk id="4" creationId="{80CEDD08-EC2C-1EEF-F162-5D9959BEDB1D}"/>
          </ac:picMkLst>
        </pc:picChg>
        <pc:picChg chg="mod">
          <ac:chgData name="박재현" userId="23cf703c-e1cc-4f4e-b920-7f1f580f935d" providerId="ADAL" clId="{CBE98EB8-951E-4AF7-89D8-ED1139A8662D}" dt="2026-06-16T04:59:44.714" v="298" actId="1076"/>
          <ac:picMkLst>
            <pc:docMk/>
            <pc:sldMk cId="3774727979" sldId="1078"/>
            <ac:picMk id="8" creationId="{2BDF5B36-DDC2-03DE-B196-F3B9D17D5B4A}"/>
          </ac:picMkLst>
        </pc:picChg>
        <pc:picChg chg="mod">
          <ac:chgData name="박재현" userId="23cf703c-e1cc-4f4e-b920-7f1f580f935d" providerId="ADAL" clId="{CBE98EB8-951E-4AF7-89D8-ED1139A8662D}" dt="2026-06-16T04:59:44.714" v="298" actId="1076"/>
          <ac:picMkLst>
            <pc:docMk/>
            <pc:sldMk cId="3774727979" sldId="1078"/>
            <ac:picMk id="12" creationId="{AFEE698D-5134-4E26-F096-87AF6FCD01CC}"/>
          </ac:picMkLst>
        </pc:picChg>
        <pc:cxnChg chg="mod">
          <ac:chgData name="박재현" userId="23cf703c-e1cc-4f4e-b920-7f1f580f935d" providerId="ADAL" clId="{CBE98EB8-951E-4AF7-89D8-ED1139A8662D}" dt="2026-06-16T04:59:44.714" v="298" actId="1076"/>
          <ac:cxnSpMkLst>
            <pc:docMk/>
            <pc:sldMk cId="3774727979" sldId="1078"/>
            <ac:cxnSpMk id="15" creationId="{FE2A90B5-8B5F-97B3-868B-AC6A2E8E1096}"/>
          </ac:cxnSpMkLst>
        </pc:cxnChg>
        <pc:cxnChg chg="mod">
          <ac:chgData name="박재현" userId="23cf703c-e1cc-4f4e-b920-7f1f580f935d" providerId="ADAL" clId="{CBE98EB8-951E-4AF7-89D8-ED1139A8662D}" dt="2026-06-16T04:59:44.714" v="298" actId="1076"/>
          <ac:cxnSpMkLst>
            <pc:docMk/>
            <pc:sldMk cId="3774727979" sldId="1078"/>
            <ac:cxnSpMk id="16" creationId="{1F59E57A-20B5-EC51-A8A4-0211A0BBABA7}"/>
          </ac:cxnSpMkLst>
        </pc:cxnChg>
      </pc:sldChg>
      <pc:sldChg chg="add">
        <pc:chgData name="박재현" userId="23cf703c-e1cc-4f4e-b920-7f1f580f935d" providerId="ADAL" clId="{CBE98EB8-951E-4AF7-89D8-ED1139A8662D}" dt="2026-06-16T05:00:07.445" v="300"/>
        <pc:sldMkLst>
          <pc:docMk/>
          <pc:sldMk cId="1137673802" sldId="1088"/>
        </pc:sldMkLst>
      </pc:sldChg>
      <pc:sldChg chg="addSp delSp modSp del mod modClrScheme chgLayout">
        <pc:chgData name="박재현" userId="23cf703c-e1cc-4f4e-b920-7f1f580f935d" providerId="ADAL" clId="{CBE98EB8-951E-4AF7-89D8-ED1139A8662D}" dt="2026-06-16T05:00:05.993" v="299" actId="2696"/>
        <pc:sldMkLst>
          <pc:docMk/>
          <pc:sldMk cId="4232945687" sldId="1088"/>
        </pc:sldMkLst>
        <pc:spChg chg="mod ord">
          <ac:chgData name="박재현" userId="23cf703c-e1cc-4f4e-b920-7f1f580f935d" providerId="ADAL" clId="{CBE98EB8-951E-4AF7-89D8-ED1139A8662D}" dt="2026-06-16T04:29:38.536" v="275" actId="6264"/>
          <ac:spMkLst>
            <pc:docMk/>
            <pc:sldMk cId="4232945687" sldId="1088"/>
            <ac:spMk id="2" creationId="{B63793C8-26E1-FDD3-2FE9-9AD6536272A6}"/>
          </ac:spMkLst>
        </pc:spChg>
        <pc:spChg chg="add mod ord">
          <ac:chgData name="박재현" userId="23cf703c-e1cc-4f4e-b920-7f1f580f935d" providerId="ADAL" clId="{CBE98EB8-951E-4AF7-89D8-ED1139A8662D}" dt="2026-06-16T04:29:38.536" v="275" actId="6264"/>
          <ac:spMkLst>
            <pc:docMk/>
            <pc:sldMk cId="4232945687" sldId="1088"/>
            <ac:spMk id="3" creationId="{D3086A0E-A51E-45E5-EBB8-E997026EDB23}"/>
          </ac:spMkLst>
        </pc:spChg>
        <pc:spChg chg="add del mod ord">
          <ac:chgData name="박재현" userId="23cf703c-e1cc-4f4e-b920-7f1f580f935d" providerId="ADAL" clId="{CBE98EB8-951E-4AF7-89D8-ED1139A8662D}" dt="2026-06-16T04:29:38.536" v="275" actId="6264"/>
          <ac:spMkLst>
            <pc:docMk/>
            <pc:sldMk cId="4232945687" sldId="1088"/>
            <ac:spMk id="4" creationId="{B1D8246C-C5FB-32FD-214E-661E55835F7A}"/>
          </ac:spMkLst>
        </pc:spChg>
        <pc:spChg chg="add del mod">
          <ac:chgData name="박재현" userId="23cf703c-e1cc-4f4e-b920-7f1f580f935d" providerId="ADAL" clId="{CBE98EB8-951E-4AF7-89D8-ED1139A8662D}" dt="2026-06-16T04:29:38.536" v="275" actId="6264"/>
          <ac:spMkLst>
            <pc:docMk/>
            <pc:sldMk cId="4232945687" sldId="1088"/>
            <ac:spMk id="5" creationId="{FC592771-1BD2-07D1-481C-50E2FAF293E0}"/>
          </ac:spMkLst>
        </pc:spChg>
        <pc:spChg chg="add del mod">
          <ac:chgData name="박재현" userId="23cf703c-e1cc-4f4e-b920-7f1f580f935d" providerId="ADAL" clId="{CBE98EB8-951E-4AF7-89D8-ED1139A8662D}" dt="2026-06-16T04:29:38.536" v="275" actId="6264"/>
          <ac:spMkLst>
            <pc:docMk/>
            <pc:sldMk cId="4232945687" sldId="1088"/>
            <ac:spMk id="6" creationId="{7E689335-E3CC-850A-4F6D-CE8A97412083}"/>
          </ac:spMkLst>
        </pc:spChg>
        <pc:spChg chg="add mod ord">
          <ac:chgData name="박재현" userId="23cf703c-e1cc-4f4e-b920-7f1f580f935d" providerId="ADAL" clId="{CBE98EB8-951E-4AF7-89D8-ED1139A8662D}" dt="2026-06-16T04:52:17.597" v="293"/>
          <ac:spMkLst>
            <pc:docMk/>
            <pc:sldMk cId="4232945687" sldId="1088"/>
            <ac:spMk id="7" creationId="{4E4DFDEB-8D5D-3DD8-5A68-ED9CB9CE0C5E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11" creationId="{00B07313-EEEB-24BE-9B57-479DB5555814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15" creationId="{09F55D4C-D346-27C4-B54A-492CF985C0F8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18" creationId="{2BFBEC8C-CF86-8795-4842-E40D13E08D62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19" creationId="{76070AC1-8E90-B342-C452-DD5940E05A66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21" creationId="{6C14080C-9E20-FFE8-05EF-C47037B77FAF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22" creationId="{C77EF893-7939-A828-C350-39B87B3B4982}"/>
          </ac:spMkLst>
        </pc:spChg>
        <pc:spChg chg="mod">
          <ac:chgData name="박재현" userId="23cf703c-e1cc-4f4e-b920-7f1f580f935d" providerId="ADAL" clId="{CBE98EB8-951E-4AF7-89D8-ED1139A8662D}" dt="2026-06-16T04:52:02.409" v="283" actId="1076"/>
          <ac:spMkLst>
            <pc:docMk/>
            <pc:sldMk cId="4232945687" sldId="1088"/>
            <ac:spMk id="23" creationId="{E2B355E2-DA20-C985-A7AB-E896AC1EFE04}"/>
          </ac:spMkLst>
        </pc:spChg>
        <pc:spChg chg="del">
          <ac:chgData name="박재현" userId="23cf703c-e1cc-4f4e-b920-7f1f580f935d" providerId="ADAL" clId="{CBE98EB8-951E-4AF7-89D8-ED1139A8662D}" dt="2026-06-16T04:51:37.616" v="276" actId="478"/>
          <ac:spMkLst>
            <pc:docMk/>
            <pc:sldMk cId="4232945687" sldId="1088"/>
            <ac:spMk id="28" creationId="{1957690F-D6B7-8E53-E2C4-021C75C3A03E}"/>
          </ac:spMkLst>
        </pc:spChg>
        <pc:spChg chg="del">
          <ac:chgData name="박재현" userId="23cf703c-e1cc-4f4e-b920-7f1f580f935d" providerId="ADAL" clId="{CBE98EB8-951E-4AF7-89D8-ED1139A8662D}" dt="2026-06-16T04:51:38.501" v="277" actId="478"/>
          <ac:spMkLst>
            <pc:docMk/>
            <pc:sldMk cId="4232945687" sldId="1088"/>
            <ac:spMk id="30" creationId="{F25DF509-3148-90A4-F217-E5B9A0559F6E}"/>
          </ac:spMkLst>
        </pc:spChg>
        <pc:spChg chg="del mod">
          <ac:chgData name="박재현" userId="23cf703c-e1cc-4f4e-b920-7f1f580f935d" providerId="ADAL" clId="{CBE98EB8-951E-4AF7-89D8-ED1139A8662D}" dt="2026-06-16T04:51:41.646" v="279" actId="478"/>
          <ac:spMkLst>
            <pc:docMk/>
            <pc:sldMk cId="4232945687" sldId="1088"/>
            <ac:spMk id="31" creationId="{25809720-463C-99F2-82BD-4F5ECFB49BB7}"/>
          </ac:spMkLst>
        </pc:spChg>
        <pc:spChg chg="mod">
          <ac:chgData name="박재현" userId="23cf703c-e1cc-4f4e-b920-7f1f580f935d" providerId="ADAL" clId="{CBE98EB8-951E-4AF7-89D8-ED1139A8662D}" dt="2026-06-16T04:57:50.532" v="296" actId="1076"/>
          <ac:spMkLst>
            <pc:docMk/>
            <pc:sldMk cId="4232945687" sldId="1088"/>
            <ac:spMk id="36" creationId="{FB63C03F-39FB-A115-485C-2B22467E4A68}"/>
          </ac:spMkLst>
        </pc:spChg>
        <pc:spChg chg="mod">
          <ac:chgData name="박재현" userId="23cf703c-e1cc-4f4e-b920-7f1f580f935d" providerId="ADAL" clId="{CBE98EB8-951E-4AF7-89D8-ED1139A8662D}" dt="2026-06-16T04:51:50.016" v="281" actId="21"/>
          <ac:spMkLst>
            <pc:docMk/>
            <pc:sldMk cId="4232945687" sldId="1088"/>
            <ac:spMk id="38" creationId="{A8ACD4FF-651D-0902-3017-BDA65B4AA9FF}"/>
          </ac:spMkLst>
        </pc:spChg>
        <pc:spChg chg="mod">
          <ac:chgData name="박재현" userId="23cf703c-e1cc-4f4e-b920-7f1f580f935d" providerId="ADAL" clId="{CBE98EB8-951E-4AF7-89D8-ED1139A8662D}" dt="2026-06-16T04:52:03.797" v="284" actId="21"/>
          <ac:spMkLst>
            <pc:docMk/>
            <pc:sldMk cId="4232945687" sldId="1088"/>
            <ac:spMk id="39" creationId="{D3A7DAAF-7314-EDE7-8544-A811E753B8FD}"/>
          </ac:spMkLst>
        </pc:spChg>
        <pc:spChg chg="mod">
          <ac:chgData name="박재현" userId="23cf703c-e1cc-4f4e-b920-7f1f580f935d" providerId="ADAL" clId="{CBE98EB8-951E-4AF7-89D8-ED1139A8662D}" dt="2026-06-16T04:52:14.522" v="289" actId="21"/>
          <ac:spMkLst>
            <pc:docMk/>
            <pc:sldMk cId="4232945687" sldId="1088"/>
            <ac:spMk id="52" creationId="{E2B950FD-D181-A6F8-656F-B35C7C6031F9}"/>
          </ac:spMkLst>
        </pc:spChg>
        <pc:grpChg chg="mod">
          <ac:chgData name="박재현" userId="23cf703c-e1cc-4f4e-b920-7f1f580f935d" providerId="ADAL" clId="{CBE98EB8-951E-4AF7-89D8-ED1139A8662D}" dt="2026-06-16T04:57:50.532" v="296" actId="1076"/>
          <ac:grpSpMkLst>
            <pc:docMk/>
            <pc:sldMk cId="4232945687" sldId="1088"/>
            <ac:grpSpMk id="53" creationId="{F7CF99EE-1763-684C-BBF7-6FEE61736E71}"/>
          </ac:grpSpMkLst>
        </pc:grpChg>
        <pc:cxnChg chg="mod">
          <ac:chgData name="박재현" userId="23cf703c-e1cc-4f4e-b920-7f1f580f935d" providerId="ADAL" clId="{CBE98EB8-951E-4AF7-89D8-ED1139A8662D}" dt="2026-06-16T04:52:02.409" v="283" actId="1076"/>
          <ac:cxnSpMkLst>
            <pc:docMk/>
            <pc:sldMk cId="4232945687" sldId="1088"/>
            <ac:cxnSpMk id="20" creationId="{E4C267E9-9D11-A49B-C852-3C91BA9D0733}"/>
          </ac:cxnSpMkLst>
        </pc:cxnChg>
      </pc:sldChg>
      <pc:sldChg chg="addSp modSp del mod modClrScheme chgLayout">
        <pc:chgData name="박재현" userId="23cf703c-e1cc-4f4e-b920-7f1f580f935d" providerId="ADAL" clId="{CBE98EB8-951E-4AF7-89D8-ED1139A8662D}" dt="2026-06-16T04:28:24.131" v="254" actId="47"/>
        <pc:sldMkLst>
          <pc:docMk/>
          <pc:sldMk cId="3812896283" sldId="1089"/>
        </pc:sldMkLst>
        <pc:spChg chg="add mod ord">
          <ac:chgData name="박재현" userId="23cf703c-e1cc-4f4e-b920-7f1f580f935d" providerId="ADAL" clId="{CBE98EB8-951E-4AF7-89D8-ED1139A8662D}" dt="2026-06-16T04:22:06.571" v="151" actId="700"/>
          <ac:spMkLst>
            <pc:docMk/>
            <pc:sldMk cId="3812896283" sldId="1089"/>
            <ac:spMk id="2" creationId="{2A71B509-BA8B-D880-98FA-2EAB661435C9}"/>
          </ac:spMkLst>
        </pc:spChg>
        <pc:spChg chg="mod ord">
          <ac:chgData name="박재현" userId="23cf703c-e1cc-4f4e-b920-7f1f580f935d" providerId="ADAL" clId="{CBE98EB8-951E-4AF7-89D8-ED1139A8662D}" dt="2026-06-16T04:22:06.571" v="151" actId="700"/>
          <ac:spMkLst>
            <pc:docMk/>
            <pc:sldMk cId="3812896283" sldId="1089"/>
            <ac:spMk id="82" creationId="{24361808-D1E6-E7DA-BFB6-E376B4B0071E}"/>
          </ac:spMkLst>
        </pc:spChg>
      </pc:sldChg>
      <pc:sldChg chg="del">
        <pc:chgData name="박재현" userId="23cf703c-e1cc-4f4e-b920-7f1f580f935d" providerId="ADAL" clId="{CBE98EB8-951E-4AF7-89D8-ED1139A8662D}" dt="2026-06-16T04:20:08.314" v="126" actId="47"/>
        <pc:sldMkLst>
          <pc:docMk/>
          <pc:sldMk cId="1633883368" sldId="1090"/>
        </pc:sldMkLst>
      </pc:sldChg>
      <pc:sldChg chg="addSp delSp modSp mod modClrScheme chgLayout">
        <pc:chgData name="박재현" userId="23cf703c-e1cc-4f4e-b920-7f1f580f935d" providerId="ADAL" clId="{CBE98EB8-951E-4AF7-89D8-ED1139A8662D}" dt="2026-06-16T04:29:29.268" v="274"/>
        <pc:sldMkLst>
          <pc:docMk/>
          <pc:sldMk cId="2008412531" sldId="1091"/>
        </pc:sldMkLst>
        <pc:spChg chg="mod ord">
          <ac:chgData name="박재현" userId="23cf703c-e1cc-4f4e-b920-7f1f580f935d" providerId="ADAL" clId="{CBE98EB8-951E-4AF7-89D8-ED1139A8662D}" dt="2026-06-16T04:21:43.327" v="145" actId="6264"/>
          <ac:spMkLst>
            <pc:docMk/>
            <pc:sldMk cId="2008412531" sldId="1091"/>
            <ac:spMk id="2" creationId="{B34DD624-DC7E-BDE4-96C5-8127DF89A8C8}"/>
          </ac:spMkLst>
        </pc:spChg>
        <pc:spChg chg="mod ord">
          <ac:chgData name="박재현" userId="23cf703c-e1cc-4f4e-b920-7f1f580f935d" providerId="ADAL" clId="{CBE98EB8-951E-4AF7-89D8-ED1139A8662D}" dt="2026-06-16T04:29:29.268" v="274"/>
          <ac:spMkLst>
            <pc:docMk/>
            <pc:sldMk cId="2008412531" sldId="1091"/>
            <ac:spMk id="3" creationId="{CBC01D1C-2AC5-0170-BE32-B037172E58E9}"/>
          </ac:spMkLst>
        </pc:spChg>
        <pc:spChg chg="add del mod">
          <ac:chgData name="박재현" userId="23cf703c-e1cc-4f4e-b920-7f1f580f935d" providerId="ADAL" clId="{CBE98EB8-951E-4AF7-89D8-ED1139A8662D}" dt="2026-06-16T04:20:11.509" v="127" actId="6264"/>
          <ac:spMkLst>
            <pc:docMk/>
            <pc:sldMk cId="2008412531" sldId="1091"/>
            <ac:spMk id="4" creationId="{F2957FED-BD64-0B3C-E361-42424F17C13B}"/>
          </ac:spMkLst>
        </pc:spChg>
        <pc:spChg chg="add del mod">
          <ac:chgData name="박재현" userId="23cf703c-e1cc-4f4e-b920-7f1f580f935d" providerId="ADAL" clId="{CBE98EB8-951E-4AF7-89D8-ED1139A8662D}" dt="2026-06-16T04:20:11.509" v="127" actId="6264"/>
          <ac:spMkLst>
            <pc:docMk/>
            <pc:sldMk cId="2008412531" sldId="1091"/>
            <ac:spMk id="5" creationId="{FA250132-FA96-00CC-3812-3EF6C4254E87}"/>
          </ac:spMkLst>
        </pc:spChg>
        <pc:spChg chg="add mod ord">
          <ac:chgData name="박재현" userId="23cf703c-e1cc-4f4e-b920-7f1f580f935d" providerId="ADAL" clId="{CBE98EB8-951E-4AF7-89D8-ED1139A8662D}" dt="2026-06-16T04:21:43.327" v="145" actId="6264"/>
          <ac:spMkLst>
            <pc:docMk/>
            <pc:sldMk cId="2008412531" sldId="1091"/>
            <ac:spMk id="6" creationId="{35B97CF4-BE6A-BA6D-3687-B361FF38B54F}"/>
          </ac:spMkLst>
        </pc:spChg>
        <pc:spChg chg="add del mod">
          <ac:chgData name="박재현" userId="23cf703c-e1cc-4f4e-b920-7f1f580f935d" providerId="ADAL" clId="{CBE98EB8-951E-4AF7-89D8-ED1139A8662D}" dt="2026-06-16T04:21:25.543" v="137" actId="6264"/>
          <ac:spMkLst>
            <pc:docMk/>
            <pc:sldMk cId="2008412531" sldId="1091"/>
            <ac:spMk id="7" creationId="{85B9D354-0BE1-ED36-9062-D2BCFCF6F826}"/>
          </ac:spMkLst>
        </pc:spChg>
        <pc:spChg chg="add del mod">
          <ac:chgData name="박재현" userId="23cf703c-e1cc-4f4e-b920-7f1f580f935d" providerId="ADAL" clId="{CBE98EB8-951E-4AF7-89D8-ED1139A8662D}" dt="2026-06-16T04:21:25.543" v="137" actId="6264"/>
          <ac:spMkLst>
            <pc:docMk/>
            <pc:sldMk cId="2008412531" sldId="1091"/>
            <ac:spMk id="8" creationId="{FED3AB19-52B9-0208-6E33-99A0FB12BCCE}"/>
          </ac:spMkLst>
        </pc:spChg>
        <pc:spChg chg="add del mod">
          <ac:chgData name="박재현" userId="23cf703c-e1cc-4f4e-b920-7f1f580f935d" providerId="ADAL" clId="{CBE98EB8-951E-4AF7-89D8-ED1139A8662D}" dt="2026-06-16T04:21:25.543" v="137" actId="6264"/>
          <ac:spMkLst>
            <pc:docMk/>
            <pc:sldMk cId="2008412531" sldId="1091"/>
            <ac:spMk id="9" creationId="{56B2977A-B8B8-31B2-A312-E5301FFE0B6C}"/>
          </ac:spMkLst>
        </pc:spChg>
        <pc:spChg chg="add del mod">
          <ac:chgData name="박재현" userId="23cf703c-e1cc-4f4e-b920-7f1f580f935d" providerId="ADAL" clId="{CBE98EB8-951E-4AF7-89D8-ED1139A8662D}" dt="2026-06-16T04:21:43.327" v="145" actId="6264"/>
          <ac:spMkLst>
            <pc:docMk/>
            <pc:sldMk cId="2008412531" sldId="1091"/>
            <ac:spMk id="10" creationId="{E3630E39-1FAF-615C-89BE-B7E559075352}"/>
          </ac:spMkLst>
        </pc:spChg>
        <pc:spChg chg="add del mod">
          <ac:chgData name="박재현" userId="23cf703c-e1cc-4f4e-b920-7f1f580f935d" providerId="ADAL" clId="{CBE98EB8-951E-4AF7-89D8-ED1139A8662D}" dt="2026-06-16T04:21:43.327" v="145" actId="6264"/>
          <ac:spMkLst>
            <pc:docMk/>
            <pc:sldMk cId="2008412531" sldId="1091"/>
            <ac:spMk id="11" creationId="{BD9258BB-C6DB-B5B1-DA7E-58E51989BAB6}"/>
          </ac:spMkLst>
        </pc:spChg>
        <pc:spChg chg="add del mod">
          <ac:chgData name="박재현" userId="23cf703c-e1cc-4f4e-b920-7f1f580f935d" providerId="ADAL" clId="{CBE98EB8-951E-4AF7-89D8-ED1139A8662D}" dt="2026-06-16T04:21:43.327" v="145" actId="6264"/>
          <ac:spMkLst>
            <pc:docMk/>
            <pc:sldMk cId="2008412531" sldId="1091"/>
            <ac:spMk id="12" creationId="{416954C0-1C08-19FC-C945-10A57A491CB5}"/>
          </ac:spMkLst>
        </pc:spChg>
      </pc:sldChg>
      <pc:sldChg chg="addSp delSp modSp mod modClrScheme chgLayout">
        <pc:chgData name="박재현" userId="23cf703c-e1cc-4f4e-b920-7f1f580f935d" providerId="ADAL" clId="{CBE98EB8-951E-4AF7-89D8-ED1139A8662D}" dt="2026-06-16T04:24:52.373" v="182" actId="1076"/>
        <pc:sldMkLst>
          <pc:docMk/>
          <pc:sldMk cId="1552774980" sldId="1092"/>
        </pc:sldMkLst>
        <pc:spChg chg="mod ord">
          <ac:chgData name="박재현" userId="23cf703c-e1cc-4f4e-b920-7f1f580f935d" providerId="ADAL" clId="{CBE98EB8-951E-4AF7-89D8-ED1139A8662D}" dt="2026-06-16T04:23:05.193" v="166" actId="6549"/>
          <ac:spMkLst>
            <pc:docMk/>
            <pc:sldMk cId="1552774980" sldId="1092"/>
            <ac:spMk id="2" creationId="{E46904E6-F4DE-56D9-7833-2DF14F1FA619}"/>
          </ac:spMkLst>
        </pc:spChg>
        <pc:spChg chg="mod ord">
          <ac:chgData name="박재현" userId="23cf703c-e1cc-4f4e-b920-7f1f580f935d" providerId="ADAL" clId="{CBE98EB8-951E-4AF7-89D8-ED1139A8662D}" dt="2026-06-16T04:23:18.824" v="168" actId="6549"/>
          <ac:spMkLst>
            <pc:docMk/>
            <pc:sldMk cId="1552774980" sldId="1092"/>
            <ac:spMk id="3" creationId="{D8978613-77D4-4762-75EE-B2DADC941D75}"/>
          </ac:spMkLst>
        </pc:spChg>
        <pc:spChg chg="add mod ord">
          <ac:chgData name="박재현" userId="23cf703c-e1cc-4f4e-b920-7f1f580f935d" providerId="ADAL" clId="{CBE98EB8-951E-4AF7-89D8-ED1139A8662D}" dt="2026-06-16T04:22:57.399" v="165" actId="6264"/>
          <ac:spMkLst>
            <pc:docMk/>
            <pc:sldMk cId="1552774980" sldId="1092"/>
            <ac:spMk id="4" creationId="{AB6C8A56-B8B9-8167-76ED-6ED2D57CACCC}"/>
          </ac:spMkLst>
        </pc:spChg>
        <pc:spChg chg="add del mod">
          <ac:chgData name="박재현" userId="23cf703c-e1cc-4f4e-b920-7f1f580f935d" providerId="ADAL" clId="{CBE98EB8-951E-4AF7-89D8-ED1139A8662D}" dt="2026-06-16T04:22:57.399" v="165" actId="6264"/>
          <ac:spMkLst>
            <pc:docMk/>
            <pc:sldMk cId="1552774980" sldId="1092"/>
            <ac:spMk id="8" creationId="{5D33F523-D1D9-B961-5B1F-63DA5E61E216}"/>
          </ac:spMkLst>
        </pc:spChg>
        <pc:spChg chg="add del mod">
          <ac:chgData name="박재현" userId="23cf703c-e1cc-4f4e-b920-7f1f580f935d" providerId="ADAL" clId="{CBE98EB8-951E-4AF7-89D8-ED1139A8662D}" dt="2026-06-16T04:22:57.399" v="165" actId="6264"/>
          <ac:spMkLst>
            <pc:docMk/>
            <pc:sldMk cId="1552774980" sldId="1092"/>
            <ac:spMk id="9" creationId="{3D7FE591-BF2A-F5E3-01EF-EE1312B7FE8C}"/>
          </ac:spMkLst>
        </pc:spChg>
        <pc:spChg chg="add del mod">
          <ac:chgData name="박재현" userId="23cf703c-e1cc-4f4e-b920-7f1f580f935d" providerId="ADAL" clId="{CBE98EB8-951E-4AF7-89D8-ED1139A8662D}" dt="2026-06-16T04:22:57.399" v="165" actId="6264"/>
          <ac:spMkLst>
            <pc:docMk/>
            <pc:sldMk cId="1552774980" sldId="1092"/>
            <ac:spMk id="10" creationId="{73763D8F-BD6C-551C-CA2A-EE0AD334F2A4}"/>
          </ac:spMkLst>
        </pc:spChg>
        <pc:spChg chg="mod">
          <ac:chgData name="박재현" userId="23cf703c-e1cc-4f4e-b920-7f1f580f935d" providerId="ADAL" clId="{CBE98EB8-951E-4AF7-89D8-ED1139A8662D}" dt="2026-06-16T04:24:40.958" v="181" actId="20577"/>
          <ac:spMkLst>
            <pc:docMk/>
            <pc:sldMk cId="1552774980" sldId="1092"/>
            <ac:spMk id="13" creationId="{FD0B5BC7-E97B-89E1-465C-21812DA69796}"/>
          </ac:spMkLst>
        </pc:spChg>
        <pc:spChg chg="mod">
          <ac:chgData name="박재현" userId="23cf703c-e1cc-4f4e-b920-7f1f580f935d" providerId="ADAL" clId="{CBE98EB8-951E-4AF7-89D8-ED1139A8662D}" dt="2026-06-16T04:24:52.373" v="182" actId="1076"/>
          <ac:spMkLst>
            <pc:docMk/>
            <pc:sldMk cId="1552774980" sldId="1092"/>
            <ac:spMk id="14" creationId="{50C9A0A7-D02D-CB8B-086B-336E45E2584C}"/>
          </ac:spMkLst>
        </pc:spChg>
        <pc:spChg chg="del">
          <ac:chgData name="박재현" userId="23cf703c-e1cc-4f4e-b920-7f1f580f935d" providerId="ADAL" clId="{CBE98EB8-951E-4AF7-89D8-ED1139A8662D}" dt="2026-06-16T04:23:49.645" v="171" actId="478"/>
          <ac:spMkLst>
            <pc:docMk/>
            <pc:sldMk cId="1552774980" sldId="1092"/>
            <ac:spMk id="19" creationId="{98397864-4801-0CBE-B96D-A23CC5ECC383}"/>
          </ac:spMkLst>
        </pc:spChg>
        <pc:spChg chg="mod">
          <ac:chgData name="박재현" userId="23cf703c-e1cc-4f4e-b920-7f1f580f935d" providerId="ADAL" clId="{CBE98EB8-951E-4AF7-89D8-ED1139A8662D}" dt="2026-06-16T04:24:14.138" v="174" actId="1076"/>
          <ac:spMkLst>
            <pc:docMk/>
            <pc:sldMk cId="1552774980" sldId="1092"/>
            <ac:spMk id="24" creationId="{E5D13D17-43FF-AE15-27ED-1A5D6E95B12A}"/>
          </ac:spMkLst>
        </pc:spChg>
        <pc:grpChg chg="mod">
          <ac:chgData name="박재현" userId="23cf703c-e1cc-4f4e-b920-7f1f580f935d" providerId="ADAL" clId="{CBE98EB8-951E-4AF7-89D8-ED1139A8662D}" dt="2026-06-16T04:24:10.267" v="173" actId="1076"/>
          <ac:grpSpMkLst>
            <pc:docMk/>
            <pc:sldMk cId="1552774980" sldId="1092"/>
            <ac:grpSpMk id="7" creationId="{AFD5E5DE-BF66-13F6-2BF2-BC199408E715}"/>
          </ac:grpSpMkLst>
        </pc:grpChg>
        <pc:picChg chg="del mod">
          <ac:chgData name="박재현" userId="23cf703c-e1cc-4f4e-b920-7f1f580f935d" providerId="ADAL" clId="{CBE98EB8-951E-4AF7-89D8-ED1139A8662D}" dt="2026-06-16T04:23:47.077" v="170" actId="478"/>
          <ac:picMkLst>
            <pc:docMk/>
            <pc:sldMk cId="1552774980" sldId="1092"/>
            <ac:picMk id="5" creationId="{02858840-4707-D8F4-D6B7-411D2F0C5C7D}"/>
          </ac:picMkLst>
        </pc:picChg>
        <pc:picChg chg="mod">
          <ac:chgData name="박재현" userId="23cf703c-e1cc-4f4e-b920-7f1f580f935d" providerId="ADAL" clId="{CBE98EB8-951E-4AF7-89D8-ED1139A8662D}" dt="2026-06-16T04:24:26.612" v="175" actId="1076"/>
          <ac:picMkLst>
            <pc:docMk/>
            <pc:sldMk cId="1552774980" sldId="1092"/>
            <ac:picMk id="11" creationId="{67B29A32-ABB0-2C29-816C-F35E6AA6E26D}"/>
          </ac:picMkLst>
        </pc:picChg>
        <pc:picChg chg="mod">
          <ac:chgData name="박재현" userId="23cf703c-e1cc-4f4e-b920-7f1f580f935d" providerId="ADAL" clId="{CBE98EB8-951E-4AF7-89D8-ED1139A8662D}" dt="2026-06-16T04:24:52.373" v="182" actId="1076"/>
          <ac:picMkLst>
            <pc:docMk/>
            <pc:sldMk cId="1552774980" sldId="1092"/>
            <ac:picMk id="12" creationId="{2F8363F0-0303-315C-A988-065B7AA22F38}"/>
          </ac:picMkLst>
        </pc:picChg>
      </pc:sldChg>
      <pc:sldChg chg="addSp delSp modSp mod modClrScheme chgLayout">
        <pc:chgData name="박재현" userId="23cf703c-e1cc-4f4e-b920-7f1f580f935d" providerId="ADAL" clId="{CBE98EB8-951E-4AF7-89D8-ED1139A8662D}" dt="2026-06-16T04:22:45.693" v="164" actId="1076"/>
        <pc:sldMkLst>
          <pc:docMk/>
          <pc:sldMk cId="2019533586" sldId="1093"/>
        </pc:sldMkLst>
        <pc:spChg chg="mod ord">
          <ac:chgData name="박재현" userId="23cf703c-e1cc-4f4e-b920-7f1f580f935d" providerId="ADAL" clId="{CBE98EB8-951E-4AF7-89D8-ED1139A8662D}" dt="2026-06-16T04:22:06.571" v="151" actId="700"/>
          <ac:spMkLst>
            <pc:docMk/>
            <pc:sldMk cId="2019533586" sldId="1093"/>
            <ac:spMk id="2" creationId="{BE6A7D75-156C-1F7C-2268-36634330BFF8}"/>
          </ac:spMkLst>
        </pc:spChg>
        <pc:spChg chg="mod ord">
          <ac:chgData name="박재현" userId="23cf703c-e1cc-4f4e-b920-7f1f580f935d" providerId="ADAL" clId="{CBE98EB8-951E-4AF7-89D8-ED1139A8662D}" dt="2026-06-16T04:22:29.198" v="163" actId="20577"/>
          <ac:spMkLst>
            <pc:docMk/>
            <pc:sldMk cId="2019533586" sldId="1093"/>
            <ac:spMk id="3" creationId="{40C7DC50-A1CC-A9A1-4355-FCD3F0CE8E25}"/>
          </ac:spMkLst>
        </pc:spChg>
        <pc:spChg chg="add del mod">
          <ac:chgData name="박재현" userId="23cf703c-e1cc-4f4e-b920-7f1f580f935d" providerId="ADAL" clId="{CBE98EB8-951E-4AF7-89D8-ED1139A8662D}" dt="2026-06-16T04:20:19.901" v="129" actId="6264"/>
          <ac:spMkLst>
            <pc:docMk/>
            <pc:sldMk cId="2019533586" sldId="1093"/>
            <ac:spMk id="5" creationId="{4E2580D6-C887-8672-6B58-E0407B2EA7B6}"/>
          </ac:spMkLst>
        </pc:spChg>
        <pc:spChg chg="add del mod">
          <ac:chgData name="박재현" userId="23cf703c-e1cc-4f4e-b920-7f1f580f935d" providerId="ADAL" clId="{CBE98EB8-951E-4AF7-89D8-ED1139A8662D}" dt="2026-06-16T04:20:19.901" v="129" actId="6264"/>
          <ac:spMkLst>
            <pc:docMk/>
            <pc:sldMk cId="2019533586" sldId="1093"/>
            <ac:spMk id="6" creationId="{4E7F9E23-FB82-685D-17E8-3A2A9308140F}"/>
          </ac:spMkLst>
        </pc:spChg>
        <pc:spChg chg="add mod ord">
          <ac:chgData name="박재현" userId="23cf703c-e1cc-4f4e-b920-7f1f580f935d" providerId="ADAL" clId="{CBE98EB8-951E-4AF7-89D8-ED1139A8662D}" dt="2026-06-16T04:22:06.571" v="151" actId="700"/>
          <ac:spMkLst>
            <pc:docMk/>
            <pc:sldMk cId="2019533586" sldId="1093"/>
            <ac:spMk id="7" creationId="{FB4CA374-27C6-B00F-A512-1E776D47FE6C}"/>
          </ac:spMkLst>
        </pc:spChg>
        <pc:spChg chg="add del mod">
          <ac:chgData name="박재현" userId="23cf703c-e1cc-4f4e-b920-7f1f580f935d" providerId="ADAL" clId="{CBE98EB8-951E-4AF7-89D8-ED1139A8662D}" dt="2026-06-16T04:21:45.924" v="146" actId="6264"/>
          <ac:spMkLst>
            <pc:docMk/>
            <pc:sldMk cId="2019533586" sldId="1093"/>
            <ac:spMk id="8" creationId="{FAA8E2D5-A63E-DA56-55BD-4D6EB66618EC}"/>
          </ac:spMkLst>
        </pc:spChg>
        <pc:spChg chg="mod">
          <ac:chgData name="박재현" userId="23cf703c-e1cc-4f4e-b920-7f1f580f935d" providerId="ADAL" clId="{CBE98EB8-951E-4AF7-89D8-ED1139A8662D}" dt="2026-06-16T04:22:45.693" v="164" actId="1076"/>
          <ac:spMkLst>
            <pc:docMk/>
            <pc:sldMk cId="2019533586" sldId="1093"/>
            <ac:spMk id="9" creationId="{047296D1-C183-5316-783D-198271508CC5}"/>
          </ac:spMkLst>
        </pc:spChg>
        <pc:spChg chg="mod">
          <ac:chgData name="박재현" userId="23cf703c-e1cc-4f4e-b920-7f1f580f935d" providerId="ADAL" clId="{CBE98EB8-951E-4AF7-89D8-ED1139A8662D}" dt="2026-06-16T04:22:45.693" v="164" actId="1076"/>
          <ac:spMkLst>
            <pc:docMk/>
            <pc:sldMk cId="2019533586" sldId="1093"/>
            <ac:spMk id="11" creationId="{46920C25-7FC9-CDAD-7499-C115CB701A6A}"/>
          </ac:spMkLst>
        </pc:spChg>
        <pc:spChg chg="add del mod">
          <ac:chgData name="박재현" userId="23cf703c-e1cc-4f4e-b920-7f1f580f935d" providerId="ADAL" clId="{CBE98EB8-951E-4AF7-89D8-ED1139A8662D}" dt="2026-06-16T04:21:45.924" v="146" actId="6264"/>
          <ac:spMkLst>
            <pc:docMk/>
            <pc:sldMk cId="2019533586" sldId="1093"/>
            <ac:spMk id="12" creationId="{DB4582BA-486D-5B46-0F56-827944661B00}"/>
          </ac:spMkLst>
        </pc:spChg>
        <pc:spChg chg="add del mod">
          <ac:chgData name="박재현" userId="23cf703c-e1cc-4f4e-b920-7f1f580f935d" providerId="ADAL" clId="{CBE98EB8-951E-4AF7-89D8-ED1139A8662D}" dt="2026-06-16T04:21:45.924" v="146" actId="6264"/>
          <ac:spMkLst>
            <pc:docMk/>
            <pc:sldMk cId="2019533586" sldId="1093"/>
            <ac:spMk id="13" creationId="{2C9F6853-B73F-8D8E-4B16-A699B3209352}"/>
          </ac:spMkLst>
        </pc:spChg>
        <pc:spChg chg="add del mod">
          <ac:chgData name="박재현" userId="23cf703c-e1cc-4f4e-b920-7f1f580f935d" providerId="ADAL" clId="{CBE98EB8-951E-4AF7-89D8-ED1139A8662D}" dt="2026-06-16T04:21:47.332" v="147" actId="6264"/>
          <ac:spMkLst>
            <pc:docMk/>
            <pc:sldMk cId="2019533586" sldId="1093"/>
            <ac:spMk id="14" creationId="{5FAB8384-9E35-527F-96A4-D4194DB4589B}"/>
          </ac:spMkLst>
        </pc:spChg>
        <pc:spChg chg="add del mod">
          <ac:chgData name="박재현" userId="23cf703c-e1cc-4f4e-b920-7f1f580f935d" providerId="ADAL" clId="{CBE98EB8-951E-4AF7-89D8-ED1139A8662D}" dt="2026-06-16T04:21:47.332" v="147" actId="6264"/>
          <ac:spMkLst>
            <pc:docMk/>
            <pc:sldMk cId="2019533586" sldId="1093"/>
            <ac:spMk id="15" creationId="{3FE6BA03-629F-44B8-7CAC-9DACF8BEAE83}"/>
          </ac:spMkLst>
        </pc:spChg>
        <pc:spChg chg="add del mod">
          <ac:chgData name="박재현" userId="23cf703c-e1cc-4f4e-b920-7f1f580f935d" providerId="ADAL" clId="{CBE98EB8-951E-4AF7-89D8-ED1139A8662D}" dt="2026-06-16T04:21:47.332" v="147" actId="6264"/>
          <ac:spMkLst>
            <pc:docMk/>
            <pc:sldMk cId="2019533586" sldId="1093"/>
            <ac:spMk id="16" creationId="{96238702-E79F-2AF1-F141-0012A38E6101}"/>
          </ac:spMkLst>
        </pc:spChg>
        <pc:spChg chg="add del mod">
          <ac:chgData name="박재현" userId="23cf703c-e1cc-4f4e-b920-7f1f580f935d" providerId="ADAL" clId="{CBE98EB8-951E-4AF7-89D8-ED1139A8662D}" dt="2026-06-16T04:21:52.661" v="149" actId="6264"/>
          <ac:spMkLst>
            <pc:docMk/>
            <pc:sldMk cId="2019533586" sldId="1093"/>
            <ac:spMk id="17" creationId="{C578DDC9-01E4-FAB8-ADDE-D849728A6E70}"/>
          </ac:spMkLst>
        </pc:spChg>
        <pc:spChg chg="add del mod">
          <ac:chgData name="박재현" userId="23cf703c-e1cc-4f4e-b920-7f1f580f935d" providerId="ADAL" clId="{CBE98EB8-951E-4AF7-89D8-ED1139A8662D}" dt="2026-06-16T04:21:52.661" v="149" actId="6264"/>
          <ac:spMkLst>
            <pc:docMk/>
            <pc:sldMk cId="2019533586" sldId="1093"/>
            <ac:spMk id="18" creationId="{5C2F9748-63D7-194E-1884-AA0B3656D5AA}"/>
          </ac:spMkLst>
        </pc:spChg>
        <pc:spChg chg="add del mod">
          <ac:chgData name="박재현" userId="23cf703c-e1cc-4f4e-b920-7f1f580f935d" providerId="ADAL" clId="{CBE98EB8-951E-4AF7-89D8-ED1139A8662D}" dt="2026-06-16T04:21:52.661" v="149" actId="6264"/>
          <ac:spMkLst>
            <pc:docMk/>
            <pc:sldMk cId="2019533586" sldId="1093"/>
            <ac:spMk id="19" creationId="{DD139AAB-97AB-5490-3A1A-6C102EC10952}"/>
          </ac:spMkLst>
        </pc:spChg>
        <pc:spChg chg="add del mod">
          <ac:chgData name="박재현" userId="23cf703c-e1cc-4f4e-b920-7f1f580f935d" providerId="ADAL" clId="{CBE98EB8-951E-4AF7-89D8-ED1139A8662D}" dt="2026-06-16T04:21:53.112" v="150" actId="6264"/>
          <ac:spMkLst>
            <pc:docMk/>
            <pc:sldMk cId="2019533586" sldId="1093"/>
            <ac:spMk id="20" creationId="{49A22AFB-C177-7578-1B49-27994CD047F4}"/>
          </ac:spMkLst>
        </pc:spChg>
        <pc:spChg chg="add del mod">
          <ac:chgData name="박재현" userId="23cf703c-e1cc-4f4e-b920-7f1f580f935d" providerId="ADAL" clId="{CBE98EB8-951E-4AF7-89D8-ED1139A8662D}" dt="2026-06-16T04:21:53.112" v="150" actId="6264"/>
          <ac:spMkLst>
            <pc:docMk/>
            <pc:sldMk cId="2019533586" sldId="1093"/>
            <ac:spMk id="21" creationId="{19077CEE-37A7-E5B0-8EAD-3484CF2B3044}"/>
          </ac:spMkLst>
        </pc:spChg>
        <pc:spChg chg="add del mod">
          <ac:chgData name="박재현" userId="23cf703c-e1cc-4f4e-b920-7f1f580f935d" providerId="ADAL" clId="{CBE98EB8-951E-4AF7-89D8-ED1139A8662D}" dt="2026-06-16T04:21:53.112" v="150" actId="6264"/>
          <ac:spMkLst>
            <pc:docMk/>
            <pc:sldMk cId="2019533586" sldId="1093"/>
            <ac:spMk id="22" creationId="{D8F6FB37-D810-85D9-1AAB-CE5B5A15F49C}"/>
          </ac:spMkLst>
        </pc:spChg>
        <pc:picChg chg="mod">
          <ac:chgData name="박재현" userId="23cf703c-e1cc-4f4e-b920-7f1f580f935d" providerId="ADAL" clId="{CBE98EB8-951E-4AF7-89D8-ED1139A8662D}" dt="2026-06-16T04:22:45.693" v="164" actId="1076"/>
          <ac:picMkLst>
            <pc:docMk/>
            <pc:sldMk cId="2019533586" sldId="1093"/>
            <ac:picMk id="4" creationId="{DBDC1274-DE4E-01B0-C7A9-68FC909133F6}"/>
          </ac:picMkLst>
        </pc:picChg>
        <pc:picChg chg="mod">
          <ac:chgData name="박재현" userId="23cf703c-e1cc-4f4e-b920-7f1f580f935d" providerId="ADAL" clId="{CBE98EB8-951E-4AF7-89D8-ED1139A8662D}" dt="2026-06-16T04:22:45.693" v="164" actId="1076"/>
          <ac:picMkLst>
            <pc:docMk/>
            <pc:sldMk cId="2019533586" sldId="1093"/>
            <ac:picMk id="10" creationId="{693DA1FF-E26A-B37A-7328-77473FAED4E1}"/>
          </ac:picMkLst>
        </pc:picChg>
      </pc:sldChg>
      <pc:sldChg chg="del">
        <pc:chgData name="박재현" userId="23cf703c-e1cc-4f4e-b920-7f1f580f935d" providerId="ADAL" clId="{CBE98EB8-951E-4AF7-89D8-ED1139A8662D}" dt="2026-06-16T04:20:17.627" v="128" actId="47"/>
        <pc:sldMkLst>
          <pc:docMk/>
          <pc:sldMk cId="1330622243" sldId="1094"/>
        </pc:sldMkLst>
      </pc:sldChg>
      <pc:sldChg chg="addSp delSp modSp mod modClrScheme chgLayout">
        <pc:chgData name="박재현" userId="23cf703c-e1cc-4f4e-b920-7f1f580f935d" providerId="ADAL" clId="{CBE98EB8-951E-4AF7-89D8-ED1139A8662D}" dt="2026-06-16T04:28:15.471" v="253" actId="1076"/>
        <pc:sldMkLst>
          <pc:docMk/>
          <pc:sldMk cId="2849984605" sldId="1095"/>
        </pc:sldMkLst>
        <pc:spChg chg="mod ord">
          <ac:chgData name="박재현" userId="23cf703c-e1cc-4f4e-b920-7f1f580f935d" providerId="ADAL" clId="{CBE98EB8-951E-4AF7-89D8-ED1139A8662D}" dt="2026-06-16T04:25:10.711" v="183" actId="6264"/>
          <ac:spMkLst>
            <pc:docMk/>
            <pc:sldMk cId="2849984605" sldId="1095"/>
            <ac:spMk id="2" creationId="{E3746C62-374C-BE33-622B-7563AB98DD79}"/>
          </ac:spMkLst>
        </pc:spChg>
        <pc:spChg chg="mod ord">
          <ac:chgData name="박재현" userId="23cf703c-e1cc-4f4e-b920-7f1f580f935d" providerId="ADAL" clId="{CBE98EB8-951E-4AF7-89D8-ED1139A8662D}" dt="2026-06-16T04:27:28.942" v="242" actId="20577"/>
          <ac:spMkLst>
            <pc:docMk/>
            <pc:sldMk cId="2849984605" sldId="1095"/>
            <ac:spMk id="3" creationId="{3B5D33A5-3198-201C-C0F0-1CEC5B17A4D3}"/>
          </ac:spMkLst>
        </pc:spChg>
        <pc:spChg chg="add mod ord">
          <ac:chgData name="박재현" userId="23cf703c-e1cc-4f4e-b920-7f1f580f935d" providerId="ADAL" clId="{CBE98EB8-951E-4AF7-89D8-ED1139A8662D}" dt="2026-06-16T04:25:10.711" v="183" actId="6264"/>
          <ac:spMkLst>
            <pc:docMk/>
            <pc:sldMk cId="2849984605" sldId="1095"/>
            <ac:spMk id="4" creationId="{8594DF82-B0EF-7460-DB9E-5C27906B17AD}"/>
          </ac:spMkLst>
        </pc:spChg>
        <pc:spChg chg="add del mod">
          <ac:chgData name="박재현" userId="23cf703c-e1cc-4f4e-b920-7f1f580f935d" providerId="ADAL" clId="{CBE98EB8-951E-4AF7-89D8-ED1139A8662D}" dt="2026-06-16T04:25:10.711" v="183" actId="6264"/>
          <ac:spMkLst>
            <pc:docMk/>
            <pc:sldMk cId="2849984605" sldId="1095"/>
            <ac:spMk id="5" creationId="{8357DCA0-FA27-9784-AD26-601F97A08746}"/>
          </ac:spMkLst>
        </pc:spChg>
        <pc:spChg chg="add del mod">
          <ac:chgData name="박재현" userId="23cf703c-e1cc-4f4e-b920-7f1f580f935d" providerId="ADAL" clId="{CBE98EB8-951E-4AF7-89D8-ED1139A8662D}" dt="2026-06-16T04:25:10.711" v="183" actId="6264"/>
          <ac:spMkLst>
            <pc:docMk/>
            <pc:sldMk cId="2849984605" sldId="1095"/>
            <ac:spMk id="6" creationId="{63759518-A11D-C2F1-A335-2637ECDFAF21}"/>
          </ac:spMkLst>
        </pc:spChg>
        <pc:spChg chg="add del mod">
          <ac:chgData name="박재현" userId="23cf703c-e1cc-4f4e-b920-7f1f580f935d" providerId="ADAL" clId="{CBE98EB8-951E-4AF7-89D8-ED1139A8662D}" dt="2026-06-16T04:25:10.711" v="183" actId="6264"/>
          <ac:spMkLst>
            <pc:docMk/>
            <pc:sldMk cId="2849984605" sldId="1095"/>
            <ac:spMk id="7" creationId="{2C59C9CB-2E4E-AD17-262A-1941538CAE08}"/>
          </ac:spMkLst>
        </pc:spChg>
        <pc:spChg chg="mod">
          <ac:chgData name="박재현" userId="23cf703c-e1cc-4f4e-b920-7f1f580f935d" providerId="ADAL" clId="{CBE98EB8-951E-4AF7-89D8-ED1139A8662D}" dt="2026-06-16T04:26:26.044" v="198" actId="20577"/>
          <ac:spMkLst>
            <pc:docMk/>
            <pc:sldMk cId="2849984605" sldId="1095"/>
            <ac:spMk id="19" creationId="{9D61887E-6C75-1B8E-6F23-FAFA06E63949}"/>
          </ac:spMkLst>
        </pc:spChg>
        <pc:spChg chg="del">
          <ac:chgData name="박재현" userId="23cf703c-e1cc-4f4e-b920-7f1f580f935d" providerId="ADAL" clId="{CBE98EB8-951E-4AF7-89D8-ED1139A8662D}" dt="2026-06-16T04:27:50.322" v="245" actId="478"/>
          <ac:spMkLst>
            <pc:docMk/>
            <pc:sldMk cId="2849984605" sldId="1095"/>
            <ac:spMk id="31" creationId="{306DEFDF-ABD4-D0CC-B768-AD358D6EA7C0}"/>
          </ac:spMkLst>
        </pc:spChg>
        <pc:spChg chg="mod">
          <ac:chgData name="박재현" userId="23cf703c-e1cc-4f4e-b920-7f1f580f935d" providerId="ADAL" clId="{CBE98EB8-951E-4AF7-89D8-ED1139A8662D}" dt="2026-06-16T04:28:15.471" v="253" actId="1076"/>
          <ac:spMkLst>
            <pc:docMk/>
            <pc:sldMk cId="2849984605" sldId="1095"/>
            <ac:spMk id="34" creationId="{DA5726E7-F93F-7BCA-2DDC-268FA6651415}"/>
          </ac:spMkLst>
        </pc:spChg>
        <pc:spChg chg="del">
          <ac:chgData name="박재현" userId="23cf703c-e1cc-4f4e-b920-7f1f580f935d" providerId="ADAL" clId="{CBE98EB8-951E-4AF7-89D8-ED1139A8662D}" dt="2026-06-16T04:27:47.073" v="244" actId="478"/>
          <ac:spMkLst>
            <pc:docMk/>
            <pc:sldMk cId="2849984605" sldId="1095"/>
            <ac:spMk id="36" creationId="{CEC03C8F-2EE9-1C20-BE74-406889699666}"/>
          </ac:spMkLst>
        </pc:spChg>
        <pc:spChg chg="mod">
          <ac:chgData name="박재현" userId="23cf703c-e1cc-4f4e-b920-7f1f580f935d" providerId="ADAL" clId="{CBE98EB8-951E-4AF7-89D8-ED1139A8662D}" dt="2026-06-16T04:28:01.263" v="248" actId="164"/>
          <ac:spMkLst>
            <pc:docMk/>
            <pc:sldMk cId="2849984605" sldId="1095"/>
            <ac:spMk id="37" creationId="{BABC364B-53A8-5688-F08C-96E6AF18CAF4}"/>
          </ac:spMkLst>
        </pc:spChg>
        <pc:grpChg chg="add mod">
          <ac:chgData name="박재현" userId="23cf703c-e1cc-4f4e-b920-7f1f580f935d" providerId="ADAL" clId="{CBE98EB8-951E-4AF7-89D8-ED1139A8662D}" dt="2026-06-16T04:28:09.164" v="251" actId="1076"/>
          <ac:grpSpMkLst>
            <pc:docMk/>
            <pc:sldMk cId="2849984605" sldId="1095"/>
            <ac:grpSpMk id="9" creationId="{93D04F21-99FE-6C00-B6BE-3709C3FFC9B7}"/>
          </ac:grpSpMkLst>
        </pc:grpChg>
        <pc:grpChg chg="mod">
          <ac:chgData name="박재현" userId="23cf703c-e1cc-4f4e-b920-7f1f580f935d" providerId="ADAL" clId="{CBE98EB8-951E-4AF7-89D8-ED1139A8662D}" dt="2026-06-16T04:25:42.498" v="189" actId="1076"/>
          <ac:grpSpMkLst>
            <pc:docMk/>
            <pc:sldMk cId="2849984605" sldId="1095"/>
            <ac:grpSpMk id="27" creationId="{86CFDCC5-4158-BBC6-2849-61FFDF3E5BFD}"/>
          </ac:grpSpMkLst>
        </pc:grpChg>
        <pc:grpChg chg="mod">
          <ac:chgData name="박재현" userId="23cf703c-e1cc-4f4e-b920-7f1f580f935d" providerId="ADAL" clId="{CBE98EB8-951E-4AF7-89D8-ED1139A8662D}" dt="2026-06-16T04:26:04.800" v="195" actId="1076"/>
          <ac:grpSpMkLst>
            <pc:docMk/>
            <pc:sldMk cId="2849984605" sldId="1095"/>
            <ac:grpSpMk id="30" creationId="{4A1C302C-10AC-FA13-F83D-B2D2956F95DB}"/>
          </ac:grpSpMkLst>
        </pc:grpChg>
        <pc:picChg chg="del mod">
          <ac:chgData name="박재현" userId="23cf703c-e1cc-4f4e-b920-7f1f580f935d" providerId="ADAL" clId="{CBE98EB8-951E-4AF7-89D8-ED1139A8662D}" dt="2026-06-16T04:27:44.866" v="243" actId="478"/>
          <ac:picMkLst>
            <pc:docMk/>
            <pc:sldMk cId="2849984605" sldId="1095"/>
            <ac:picMk id="8" creationId="{9FDDB46B-045D-8DC8-6447-6EC386A7BE8A}"/>
          </ac:picMkLst>
        </pc:picChg>
        <pc:picChg chg="mod">
          <ac:chgData name="박재현" userId="23cf703c-e1cc-4f4e-b920-7f1f580f935d" providerId="ADAL" clId="{CBE98EB8-951E-4AF7-89D8-ED1139A8662D}" dt="2026-06-16T04:28:01.263" v="248" actId="164"/>
          <ac:picMkLst>
            <pc:docMk/>
            <pc:sldMk cId="2849984605" sldId="1095"/>
            <ac:picMk id="33" creationId="{F0A6A4FA-7C67-82B1-36B1-C957D8EABB20}"/>
          </ac:picMkLst>
        </pc:picChg>
      </pc:sldChg>
      <pc:sldMasterChg chg="del delSldLayout">
        <pc:chgData name="박재현" userId="23cf703c-e1cc-4f4e-b920-7f1f580f935d" providerId="ADAL" clId="{CBE98EB8-951E-4AF7-89D8-ED1139A8662D}" dt="2026-06-16T04:22:06.571" v="151" actId="700"/>
        <pc:sldMasterMkLst>
          <pc:docMk/>
          <pc:sldMasterMk cId="0" sldId="2147483658"/>
        </pc:sldMasterMkLst>
        <pc:sldLayoutChg chg="del">
          <pc:chgData name="박재현" userId="23cf703c-e1cc-4f4e-b920-7f1f580f935d" providerId="ADAL" clId="{CBE98EB8-951E-4AF7-89D8-ED1139A8662D}" dt="2026-06-16T04:22:06.571" v="151" actId="700"/>
          <pc:sldLayoutMkLst>
            <pc:docMk/>
            <pc:sldMasterMk cId="0" sldId="2147483658"/>
            <pc:sldLayoutMk cId="0" sldId="2147483650"/>
          </pc:sldLayoutMkLst>
        </pc:sldLayoutChg>
        <pc:sldLayoutChg chg="del">
          <pc:chgData name="박재현" userId="23cf703c-e1cc-4f4e-b920-7f1f580f935d" providerId="ADAL" clId="{CBE98EB8-951E-4AF7-89D8-ED1139A8662D}" dt="2026-06-16T04:22:06.571" v="151" actId="700"/>
          <pc:sldLayoutMkLst>
            <pc:docMk/>
            <pc:sldMasterMk cId="0" sldId="2147483658"/>
            <pc:sldLayoutMk cId="4221681793" sldId="214748365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4B13CF4-DE26-4643-AC33-BF963B79312C}" type="datetime1">
              <a:rPr lang="ko-KR" altLang="en-US"/>
              <a:pPr lvl="0">
                <a:defRPr/>
              </a:pPr>
              <a:t>2026-06-15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D23B328-7739-49F3-9BFC-8E2CCC17EB8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5" y="4861442"/>
            <a:ext cx="5206153" cy="4605576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1pPr>
    <a:lvl2pPr indent="228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2pPr>
    <a:lvl3pPr indent="457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3pPr>
    <a:lvl4pPr indent="685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4pPr>
    <a:lvl5pPr indent="9144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5pPr>
    <a:lvl6pPr indent="11430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6pPr>
    <a:lvl7pPr indent="1371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7pPr>
    <a:lvl8pPr indent="1600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8pPr>
    <a:lvl9pPr indent="1828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56E1A3-E917-4907-B9DC-481FD19AB619}" type="slidenum">
              <a:rPr kumimoji="0" lang="ko-KR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2800" b="0" i="0" u="none" strike="noStrike" kern="0" cap="none" spc="0" normalizeH="0" baseline="0" noProof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0281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"/>
          <p:cNvSpPr/>
          <p:nvPr/>
        </p:nvSpPr>
        <p:spPr>
          <a:xfrm>
            <a:off x="-1" y="1995138"/>
            <a:ext cx="13004801" cy="2540001"/>
          </a:xfrm>
          <a:prstGeom prst="rect">
            <a:avLst/>
          </a:prstGeom>
          <a:solidFill>
            <a:srgbClr val="00A664"/>
          </a:solidFill>
          <a:ln w="12700">
            <a:miter lim="400000"/>
          </a:ln>
        </p:spPr>
        <p:txBody>
          <a:bodyPr lIns="254000" tIns="254000" rIns="254000" bIns="254000" anchor="ctr"/>
          <a:lstStyle/>
          <a:p>
            <a:pPr algn="l">
              <a:lnSpc>
                <a:spcPct val="80000"/>
              </a:lnSpc>
              <a:spcBef>
                <a:spcPts val="180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venir Next Regular"/>
              </a:defRPr>
            </a:pPr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06400" y="1995138"/>
            <a:ext cx="12192000" cy="2540001"/>
          </a:xfrm>
          <a:prstGeom prst="rect">
            <a:avLst/>
          </a:prstGeom>
        </p:spPr>
        <p:txBody>
          <a:bodyPr anchor="ctr"/>
          <a:lstStyle>
            <a:lvl1pPr algn="ctr">
              <a:spcBef>
                <a:spcPts val="0"/>
              </a:spcBef>
              <a:defRPr sz="8000" cap="none" baseline="0">
                <a:solidFill>
                  <a:srgbClr val="F7F7F7"/>
                </a:solidFill>
                <a:latin typeface="+mn-ea"/>
                <a:ea typeface="+mn-ea"/>
                <a:cs typeface="Tahoma" panose="020B0604030504040204" pitchFamily="34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06399" y="6319174"/>
            <a:ext cx="12192000" cy="266630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Tx/>
              <a:buSzTx/>
              <a:buNone/>
              <a:defRPr sz="2800" cap="none" baseline="0">
                <a:latin typeface="+mn-lt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ClrTx/>
              <a:buSzTx/>
              <a:buNone/>
              <a:defRPr sz="2800" cap="none" baseline="0">
                <a:latin typeface="+mn-lt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ClrTx/>
              <a:buSzTx/>
              <a:buNone/>
              <a:defRPr sz="2800" cap="none" baseline="0">
                <a:latin typeface="+mn-lt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3pPr>
            <a:lvl4pPr marL="0" indent="0" algn="ctr">
              <a:lnSpc>
                <a:spcPct val="100000"/>
              </a:lnSpc>
              <a:spcBef>
                <a:spcPts val="600"/>
              </a:spcBef>
              <a:buClrTx/>
              <a:buSzTx/>
              <a:buNone/>
              <a:defRPr sz="2800" cap="none" baseline="0">
                <a:latin typeface="+mn-lt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4pPr>
            <a:lvl5pPr marL="0" indent="0" algn="ctr">
              <a:lnSpc>
                <a:spcPct val="100000"/>
              </a:lnSpc>
              <a:spcBef>
                <a:spcPts val="600"/>
              </a:spcBef>
              <a:buClrTx/>
              <a:buSzTx/>
              <a:buNone/>
              <a:defRPr sz="2800" cap="none" baseline="0">
                <a:latin typeface="+mn-lt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Location, Year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406399" y="4876800"/>
            <a:ext cx="12192000" cy="7049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525779">
              <a:lnSpc>
                <a:spcPct val="80000"/>
              </a:lnSpc>
              <a:spcBef>
                <a:spcPts val="2000"/>
              </a:spcBef>
              <a:buClrTx/>
              <a:buSzTx/>
              <a:buNone/>
              <a:defRPr sz="3200" cap="small">
                <a:latin typeface="+mn-ea"/>
                <a:ea typeface="+mn-ea"/>
                <a:cs typeface="DIN Alternate Bold"/>
                <a:sym typeface="DIN Alternate Bold"/>
              </a:defRPr>
            </a:lvl1pPr>
          </a:lstStyle>
          <a:p>
            <a:r>
              <a:rPr lang="en-US"/>
              <a:t>Lecture title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004878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cap="none" baseline="0">
                <a:latin typeface="Arial" panose="020B0604020202020204" pitchFamily="34" charset="0"/>
                <a:ea typeface="나눔고딕" pitchFamily="2" charset="-127"/>
              </a:defRPr>
            </a:lvl1pPr>
          </a:lstStyle>
          <a:p>
            <a:r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나눔고딕" pitchFamily="2" charset="-127"/>
              </a:defRPr>
            </a:lvl1pPr>
            <a:lvl2pPr>
              <a:defRPr baseline="0">
                <a:latin typeface="Arial" panose="020B0604020202020204" pitchFamily="34" charset="0"/>
                <a:ea typeface="나눔고딕" pitchFamily="2" charset="-127"/>
              </a:defRPr>
            </a:lvl2pPr>
            <a:lvl3pPr>
              <a:defRPr baseline="0">
                <a:latin typeface="Arial" panose="020B0604020202020204" pitchFamily="34" charset="0"/>
                <a:ea typeface="나눔고딕" pitchFamily="2" charset="-127"/>
              </a:defRPr>
            </a:lvl3pPr>
            <a:lvl4pPr>
              <a:defRPr baseline="0">
                <a:latin typeface="Arial" panose="020B0604020202020204" pitchFamily="34" charset="0"/>
                <a:ea typeface="나눔고딕" pitchFamily="2" charset="-127"/>
              </a:defRPr>
            </a:lvl4pPr>
            <a:lvl5pPr>
              <a:defRPr baseline="0">
                <a:latin typeface="Arial" panose="020B0604020202020204" pitchFamily="34" charset="0"/>
                <a:ea typeface="나눔고딕" pitchFamily="2" charset="-127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Slide Number">
            <a:extLst>
              <a:ext uri="{FF2B5EF4-FFF2-40B4-BE49-F238E27FC236}">
                <a16:creationId xmlns:a16="http://schemas.microsoft.com/office/drawing/2014/main" id="{65756914-8DBB-6912-3E18-8BB3FFBDD35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1800" baseline="0">
                <a:solidFill>
                  <a:srgbClr val="ADADAD"/>
                </a:solidFill>
                <a:latin typeface="Arial" panose="020B0604020202020204" pitchFamily="34" charset="0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ko-KR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014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 l="1085" t="613" r="1085" b="307"/>
          <a:stretch>
            <a:fillRect/>
          </a:stretch>
        </p:blipFill>
        <p:spPr bwMode="auto">
          <a:xfrm>
            <a:off x="0" y="447040"/>
            <a:ext cx="13004800" cy="9331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0" y="9234312"/>
            <a:ext cx="812800" cy="519289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13CD8493-2B96-4485-A1F9-0D10AFF7934F}" type="slidenum">
              <a:rPr kumimoji="0" lang="ko-KR" altLang="en-US" sz="1707">
                <a:solidFill>
                  <a:schemeClr val="bg1"/>
                </a:solidFill>
                <a:latin typeface="+mn-lt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707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757" y="165877"/>
            <a:ext cx="12395287" cy="8978153"/>
          </a:xfrm>
        </p:spPr>
        <p:txBody>
          <a:bodyPr/>
          <a:lstStyle>
            <a:lvl1pPr>
              <a:defRPr sz="2560" baseline="0">
                <a:latin typeface="Times New Roman" pitchFamily="18" charset="0"/>
                <a:cs typeface="Times New Roman" pitchFamily="18" charset="0"/>
              </a:defRPr>
            </a:lvl1pPr>
            <a:lvl2pPr>
              <a:defRPr sz="2560" baseline="0">
                <a:latin typeface="Times New Roman" pitchFamily="18" charset="0"/>
                <a:cs typeface="Times New Roman" pitchFamily="18" charset="0"/>
              </a:defRPr>
            </a:lvl2pPr>
            <a:lvl3pPr>
              <a:defRPr sz="2276" baseline="0">
                <a:latin typeface="Times New Roman" pitchFamily="18" charset="0"/>
                <a:cs typeface="Times New Roman" pitchFamily="18" charset="0"/>
              </a:defRPr>
            </a:lvl3pPr>
            <a:lvl4pPr>
              <a:defRPr sz="1991" baseline="0">
                <a:latin typeface="Times New Roman" pitchFamily="18" charset="0"/>
                <a:cs typeface="Times New Roman" pitchFamily="18" charset="0"/>
              </a:defRPr>
            </a:lvl4pPr>
            <a:lvl5pPr>
              <a:defRPr sz="1991" baseline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4185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 l="1085" t="613" r="1085" b="307"/>
          <a:stretch>
            <a:fillRect/>
          </a:stretch>
        </p:blipFill>
        <p:spPr bwMode="auto">
          <a:xfrm>
            <a:off x="0" y="1"/>
            <a:ext cx="13004800" cy="977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FC78482-C9AA-4724-BA73-B0385E48E72D}"/>
              </a:ext>
            </a:extLst>
          </p:cNvPr>
          <p:cNvSpPr/>
          <p:nvPr userDrawn="1"/>
        </p:nvSpPr>
        <p:spPr>
          <a:xfrm>
            <a:off x="0" y="2"/>
            <a:ext cx="13004800" cy="783849"/>
          </a:xfrm>
          <a:prstGeom prst="rect">
            <a:avLst/>
          </a:prstGeom>
          <a:solidFill>
            <a:srgbClr val="439E60"/>
          </a:solidFill>
          <a:ln>
            <a:solidFill>
              <a:srgbClr val="439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982"/>
          </a:p>
        </p:txBody>
      </p:sp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0" y="9234312"/>
            <a:ext cx="812800" cy="519289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13CD8493-2B96-4485-A1F9-0D10AFF7934F}" type="slidenum">
              <a:rPr kumimoji="0" lang="ko-KR" altLang="en-US" sz="1707">
                <a:solidFill>
                  <a:schemeClr val="bg1"/>
                </a:solidFill>
                <a:latin typeface="+mn-lt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707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757" y="985168"/>
            <a:ext cx="12395287" cy="8087603"/>
          </a:xfrm>
        </p:spPr>
        <p:txBody>
          <a:bodyPr/>
          <a:lstStyle>
            <a:lvl1pPr>
              <a:defRPr sz="3413" baseline="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767988">
              <a:defRPr sz="3129" baseline="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marL="1023984">
              <a:defRPr sz="2844" baseline="0"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marL="1279980">
              <a:defRPr sz="2560" baseline="0"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marL="1535976">
              <a:defRPr sz="2276" baseline="0"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481E11-6D35-4C5E-B4F8-9319FF53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94" y="12419"/>
            <a:ext cx="12547149" cy="771433"/>
          </a:xfrm>
        </p:spPr>
        <p:txBody>
          <a:bodyPr/>
          <a:lstStyle>
            <a:lvl1pPr algn="l">
              <a:defRPr sz="4551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212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 l="1085" t="613" r="1085" b="307"/>
          <a:stretch>
            <a:fillRect/>
          </a:stretch>
        </p:blipFill>
        <p:spPr bwMode="auto">
          <a:xfrm>
            <a:off x="0" y="1"/>
            <a:ext cx="13004800" cy="977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FC78482-C9AA-4724-BA73-B0385E48E72D}"/>
              </a:ext>
            </a:extLst>
          </p:cNvPr>
          <p:cNvSpPr/>
          <p:nvPr userDrawn="1"/>
        </p:nvSpPr>
        <p:spPr>
          <a:xfrm>
            <a:off x="0" y="2"/>
            <a:ext cx="13004800" cy="783849"/>
          </a:xfrm>
          <a:prstGeom prst="rect">
            <a:avLst/>
          </a:prstGeom>
          <a:solidFill>
            <a:srgbClr val="439E60"/>
          </a:solidFill>
          <a:ln>
            <a:solidFill>
              <a:srgbClr val="439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982"/>
          </a:p>
        </p:txBody>
      </p:sp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0" y="9234312"/>
            <a:ext cx="812800" cy="519289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13CD8493-2B96-4485-A1F9-0D10AFF7934F}" type="slidenum">
              <a:rPr kumimoji="0" lang="ko-KR" altLang="en-US" sz="1707">
                <a:solidFill>
                  <a:schemeClr val="bg1"/>
                </a:solidFill>
                <a:latin typeface="+mn-lt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707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4757" y="985168"/>
            <a:ext cx="12395287" cy="8087603"/>
          </a:xfrm>
        </p:spPr>
        <p:txBody>
          <a:bodyPr/>
          <a:lstStyle>
            <a:lvl1pPr latinLnBrk="0">
              <a:defRPr sz="3413" baseline="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767988" latinLnBrk="0">
              <a:defRPr sz="3129" baseline="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marL="1023984" latinLnBrk="0">
              <a:defRPr sz="2844" baseline="0"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marL="1279980" latinLnBrk="0">
              <a:defRPr sz="2560" baseline="0"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marL="1535976" latinLnBrk="0">
              <a:defRPr sz="2276" baseline="0"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481E11-6D35-4C5E-B4F8-9319FF53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94" y="12419"/>
            <a:ext cx="12547149" cy="771433"/>
          </a:xfrm>
        </p:spPr>
        <p:txBody>
          <a:bodyPr/>
          <a:lstStyle>
            <a:lvl1pPr algn="l">
              <a:defRPr sz="4551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4402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/>
              <a:t>Body Level One</a:t>
            </a:r>
          </a:p>
          <a:p>
            <a:pPr lvl="1"/>
            <a:r>
              <a:rPr lang="en-US"/>
              <a:t>Body Level Two</a:t>
            </a:r>
          </a:p>
          <a:p>
            <a:pPr lvl="2"/>
            <a:r>
              <a:rPr lang="en-US"/>
              <a:t>Body Level Three</a:t>
            </a:r>
          </a:p>
          <a:p>
            <a:pPr lvl="3"/>
            <a:r>
              <a:rPr lang="en-US"/>
              <a:t>Body Level Four</a:t>
            </a:r>
          </a:p>
          <a:p>
            <a:pPr lvl="4"/>
            <a:r>
              <a:rPr lang="en-US"/>
              <a:t>Body Level Five</a:t>
            </a:r>
            <a:endParaRPr/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Text">
            <a:extLst>
              <a:ext uri="{FF2B5EF4-FFF2-40B4-BE49-F238E27FC236}">
                <a16:creationId xmlns:a16="http://schemas.microsoft.com/office/drawing/2014/main" id="{1CD9C1CE-5DD4-BE6B-7617-63ADB6443F1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5400" b="1" cap="none" baseline="0">
                <a:latin typeface="Arial" panose="020B0604020202020204" pitchFamily="34" charset="0"/>
                <a:ea typeface="나눔고딕" pitchFamily="2" charset="-127"/>
              </a:defRPr>
            </a:lvl1pPr>
          </a:lstStyle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6306904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06400" y="316805"/>
            <a:ext cx="12192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390054"/>
            <a:ext cx="12192001" cy="763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2pPr marL="762000" indent="-381000">
              <a:spcBef>
                <a:spcPts val="1200"/>
              </a:spcBef>
              <a:buSzPct val="100000"/>
              <a:buChar char="‣"/>
              <a:defRPr sz="2800"/>
            </a:lvl2pPr>
            <a:lvl3pPr marL="1143000" indent="-381000">
              <a:spcBef>
                <a:spcPts val="800"/>
              </a:spcBef>
              <a:buSzPct val="100000"/>
              <a:defRPr sz="2400"/>
            </a:lvl3pPr>
            <a:lvl4pPr marL="1524000" indent="-381000">
              <a:spcBef>
                <a:spcPts val="400"/>
              </a:spcBef>
              <a:buSzPct val="100000"/>
              <a:buChar char="‣"/>
              <a:defRPr sz="2000"/>
            </a:lvl4pPr>
            <a:lvl5pPr marL="1905000" indent="-381000">
              <a:spcBef>
                <a:spcPts val="0"/>
              </a:spcBef>
              <a:buSzPct val="100000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1800" baseline="0">
                <a:solidFill>
                  <a:srgbClr val="ADADAD"/>
                </a:solidFill>
                <a:latin typeface="Arial" panose="020B0604020202020204" pitchFamily="34" charset="0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ko-KR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5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transition spd="med"/>
  <p:hf hdr="0" ftr="0" dt="0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5400" b="0" i="0" u="none" strike="noStrike" cap="small" spc="0" baseline="0">
          <a:solidFill>
            <a:srgbClr val="00A664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0" marR="0" indent="228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0" marR="0" indent="457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0" marR="0" indent="685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0" marR="0" indent="9144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0" marR="0" indent="11430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0" marR="0" indent="1371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0" marR="0" indent="1600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0" marR="0" indent="1828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titleStyle>
    <p:bodyStyle>
      <a:lvl1pPr marL="381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100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1pPr>
      <a:lvl2pPr marL="762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2pPr>
      <a:lvl3pPr marL="1143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3pPr>
      <a:lvl4pPr marL="1524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4pPr>
      <a:lvl5pPr marL="1905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5pPr>
      <a:lvl6pPr marL="2965726" marR="0" indent="-362226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6pPr>
      <a:lvl7pPr marL="34864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7pPr>
      <a:lvl8pPr marL="40071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8pPr>
      <a:lvl9pPr marL="45278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aehyun@ulsan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400" y="1995138"/>
            <a:ext cx="12192000" cy="25400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6600"/>
              <a:t>딥러닝 기반 </a:t>
            </a:r>
            <a:r>
              <a:rPr lang="en-US" altLang="ko-KR" sz="6600"/>
              <a:t>Mamba </a:t>
            </a:r>
            <a:r>
              <a:rPr lang="ko-KR" altLang="en-US" sz="6600"/>
              <a:t>가속 하드웨어 </a:t>
            </a:r>
            <a:r>
              <a:rPr lang="en-US" altLang="ko-KR" sz="6600"/>
              <a:t>IP </a:t>
            </a:r>
            <a:r>
              <a:rPr lang="ko-KR" altLang="en-US" sz="6600"/>
              <a:t>회로 개발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body" sz="half" idx="1"/>
          </p:nvPr>
        </p:nvSpPr>
        <p:spPr>
          <a:xfrm>
            <a:off x="406399" y="6319174"/>
            <a:ext cx="12192000" cy="2666307"/>
          </a:xfrm>
        </p:spPr>
        <p:txBody>
          <a:bodyPr>
            <a:normAutofit/>
          </a:bodyPr>
          <a:lstStyle/>
          <a:p>
            <a:r>
              <a:rPr lang="en-US" altLang="ko-KR"/>
              <a:t>University</a:t>
            </a:r>
            <a:r>
              <a:rPr lang="ko-KR" altLang="en-US"/>
              <a:t> </a:t>
            </a:r>
            <a:r>
              <a:rPr lang="en-US" altLang="ko-KR"/>
              <a:t>of</a:t>
            </a:r>
            <a:r>
              <a:rPr lang="ko-KR" altLang="en-US"/>
              <a:t> </a:t>
            </a:r>
            <a:r>
              <a:rPr lang="en-US" altLang="ko-KR"/>
              <a:t>Ulsan</a:t>
            </a:r>
          </a:p>
          <a:p>
            <a:r>
              <a:rPr lang="en-US" altLang="ko-KR"/>
              <a:t>School of Electrical Engineering</a:t>
            </a:r>
          </a:p>
          <a:p>
            <a:r>
              <a:rPr lang="en-US" altLang="ko-KR"/>
              <a:t>Jaehyun</a:t>
            </a:r>
            <a:r>
              <a:rPr lang="ko-KR" altLang="en-US"/>
              <a:t> </a:t>
            </a:r>
            <a:r>
              <a:rPr lang="en-US" altLang="ko-KR"/>
              <a:t>Park</a:t>
            </a:r>
          </a:p>
          <a:p>
            <a:r>
              <a:rPr lang="en-US" altLang="ko-KR">
                <a:hlinkClick r:id="rId3"/>
              </a:rPr>
              <a:t>jaehyun@ulsan.ac.kr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4FA5E-9E2A-8B03-6A9E-7CA2590FFB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399" y="4876800"/>
            <a:ext cx="12192000" cy="704953"/>
          </a:xfrm>
        </p:spPr>
        <p:txBody>
          <a:bodyPr/>
          <a:lstStyle/>
          <a:p>
            <a:r>
              <a:rPr lang="ko-KR" altLang="en-US"/>
              <a:t>진행 상황 점검 </a:t>
            </a:r>
            <a:r>
              <a:rPr lang="en-US" altLang="ko-KR"/>
              <a:t>26.06.17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455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82E5-E53B-73D7-0F91-A7D9670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01D1C-2AC5-0170-BE32-B037172E5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en-US" altLang="ko-KR"/>
              <a:t>Build </a:t>
            </a:r>
            <a:r>
              <a:rPr lang="ko-KR" altLang="en-US"/>
              <a:t>과정 검증</a:t>
            </a:r>
            <a:endParaRPr lang="en-US" altLang="ko-KR"/>
          </a:p>
          <a:p>
            <a:pPr lvl="1"/>
            <a:r>
              <a:rPr lang="en-US" altLang="ko-KR"/>
              <a:t>Platform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App</a:t>
            </a:r>
            <a:r>
              <a:rPr lang="ko-KR" altLang="en-US"/>
              <a:t> </a:t>
            </a:r>
            <a:r>
              <a:rPr lang="en-US" altLang="ko-KR"/>
              <a:t>make</a:t>
            </a:r>
            <a:r>
              <a:rPr lang="ko-KR" altLang="en-US"/>
              <a:t> 과정</a:t>
            </a:r>
            <a:endParaRPr lang="en-US" altLang="ko-KR"/>
          </a:p>
          <a:p>
            <a:pPr lvl="1"/>
            <a:r>
              <a:rPr lang="en-US" altLang="ko-KR"/>
              <a:t>Fakefile </a:t>
            </a:r>
            <a:r>
              <a:rPr lang="ko-KR" altLang="en-US"/>
              <a:t>적용 과정</a:t>
            </a:r>
            <a:endParaRPr lang="en-US" altLang="ko-KR"/>
          </a:p>
          <a:p>
            <a:r>
              <a:rPr lang="en-US" altLang="ko-KR"/>
              <a:t>C </a:t>
            </a:r>
            <a:r>
              <a:rPr lang="ko-KR" altLang="en-US"/>
              <a:t>포팅 결과 분석</a:t>
            </a:r>
            <a:endParaRPr lang="en-US" altLang="ko-KR"/>
          </a:p>
          <a:p>
            <a:pPr lvl="1"/>
            <a:r>
              <a:rPr lang="en-US" altLang="ko-KR" err="1"/>
              <a:t>Fakefile</a:t>
            </a:r>
            <a:r>
              <a:rPr lang="ko-KR" altLang="en-US"/>
              <a:t>을 사용한 포팅 결과 </a:t>
            </a:r>
            <a:r>
              <a:rPr lang="en-US" altLang="ko-KR"/>
              <a:t>100% </a:t>
            </a:r>
            <a:r>
              <a:rPr lang="ko-KR" altLang="en-US"/>
              <a:t>일치 확인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35B97CF4-BE6A-BA6D-3687-B361FF38B54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2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DD624-DC7E-BDE4-96C5-8127DF89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/>
              <a:t>Overview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41253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29E0-F2D6-FBE3-28F7-3107C1C6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F18C011-E4C6-A283-5635-E33B7B9FA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198" y="5491462"/>
            <a:ext cx="3686689" cy="2000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A1CCBD-CA09-5D84-E3DC-50126D22B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198" y="5744916"/>
            <a:ext cx="4182059" cy="20957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D076460-B2C6-E1CA-CEAA-DACBF4D8A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198" y="6007896"/>
            <a:ext cx="5944430" cy="238158"/>
          </a:xfrm>
          <a:prstGeom prst="rect">
            <a:avLst/>
          </a:prstGeom>
        </p:spPr>
      </p:pic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9ECF9C63-0AE1-FA68-BF40-B5BD4F69D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en-US" altLang="ko-KR"/>
              <a:t>Platform</a:t>
            </a:r>
            <a:r>
              <a:rPr lang="ko-KR" altLang="en-US"/>
              <a:t> </a:t>
            </a:r>
            <a:r>
              <a:rPr lang="en-US" altLang="ko-KR"/>
              <a:t>&amp; App </a:t>
            </a:r>
            <a:r>
              <a:rPr lang="ko-KR" altLang="en-US"/>
              <a:t>구성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컴파일 </a:t>
            </a:r>
            <a:r>
              <a:rPr lang="en-US" altLang="ko-KR"/>
              <a:t>&amp; </a:t>
            </a:r>
            <a:r>
              <a:rPr lang="ko-KR" altLang="en-US"/>
              <a:t>실행</a:t>
            </a:r>
            <a:endParaRPr lang="ko-KR" altLang="ko-KR"/>
          </a:p>
          <a:p>
            <a:endParaRPr lang="ko-KR" altLang="ko-KR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E9AEF74-B54A-FED6-E7E4-890D4550BBF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3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94D887-1FF5-597E-3CED-D693A020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/>
              <a:t>Platform &amp; App </a:t>
            </a:r>
            <a:r>
              <a:rPr lang="ko-KR" altLang="en-US"/>
              <a:t>만들기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84D6062-82F6-32A4-86E9-0B75883DAA47}"/>
              </a:ext>
            </a:extLst>
          </p:cNvPr>
          <p:cNvGrpSpPr/>
          <p:nvPr/>
        </p:nvGrpSpPr>
        <p:grpSpPr>
          <a:xfrm>
            <a:off x="8668010" y="1333368"/>
            <a:ext cx="4240747" cy="4031759"/>
            <a:chOff x="7711767" y="1574074"/>
            <a:chExt cx="3532207" cy="330272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4AE1B9C-4225-AC9D-27EF-D0E9871F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1767" y="1574074"/>
              <a:ext cx="3532207" cy="3302726"/>
            </a:xfrm>
            <a:prstGeom prst="rect">
              <a:avLst/>
            </a:prstGeom>
          </p:spPr>
        </p:pic>
        <p:sp>
          <p:nvSpPr>
            <p:cNvPr id="7" name="액자 6">
              <a:extLst>
                <a:ext uri="{FF2B5EF4-FFF2-40B4-BE49-F238E27FC236}">
                  <a16:creationId xmlns:a16="http://schemas.microsoft.com/office/drawing/2014/main" id="{3D363E99-A304-2F33-71F7-612EA339232C}"/>
                </a:ext>
              </a:extLst>
            </p:cNvPr>
            <p:cNvSpPr/>
            <p:nvPr/>
          </p:nvSpPr>
          <p:spPr>
            <a:xfrm>
              <a:off x="7711767" y="4163785"/>
              <a:ext cx="1053193" cy="216829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11" name="액자 10">
              <a:extLst>
                <a:ext uri="{FF2B5EF4-FFF2-40B4-BE49-F238E27FC236}">
                  <a16:creationId xmlns:a16="http://schemas.microsoft.com/office/drawing/2014/main" id="{0FDCDA46-8E88-DFAE-1EBE-442A812F1F0C}"/>
                </a:ext>
              </a:extLst>
            </p:cNvPr>
            <p:cNvSpPr/>
            <p:nvPr/>
          </p:nvSpPr>
          <p:spPr>
            <a:xfrm>
              <a:off x="8764960" y="1582447"/>
              <a:ext cx="2479014" cy="3213866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F3EF978-A328-E109-D9FC-05F420457921}"/>
              </a:ext>
            </a:extLst>
          </p:cNvPr>
          <p:cNvCxnSpPr>
            <a:cxnSpLocks/>
            <a:stCxn id="14" idx="1"/>
            <a:endCxn id="18" idx="3"/>
          </p:cNvCxnSpPr>
          <p:nvPr/>
        </p:nvCxnSpPr>
        <p:spPr>
          <a:xfrm flipH="1" flipV="1">
            <a:off x="2971800" y="3250802"/>
            <a:ext cx="5696210" cy="98446"/>
          </a:xfrm>
          <a:prstGeom prst="straightConnector1">
            <a:avLst/>
          </a:prstGeom>
          <a:noFill/>
          <a:ln w="28575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012C94-10DA-10CB-9083-94D181B313C2}"/>
              </a:ext>
            </a:extLst>
          </p:cNvPr>
          <p:cNvSpPr txBox="1"/>
          <p:nvPr/>
        </p:nvSpPr>
        <p:spPr>
          <a:xfrm>
            <a:off x="1784918" y="3623803"/>
            <a:ext cx="6881836" cy="646331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사용할 시스템의 메모리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tree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구성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이 프로젝트의 경우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,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기존에 있던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hello file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에서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copy.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9AA7C-9EF6-C31F-B7B7-2DD879DA3386}"/>
              </a:ext>
            </a:extLst>
          </p:cNvPr>
          <p:cNvSpPr txBox="1"/>
          <p:nvPr/>
        </p:nvSpPr>
        <p:spPr>
          <a:xfrm>
            <a:off x="704172" y="1958140"/>
            <a:ext cx="407988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new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PLATFORM_NAME=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1B894-9FA8-FFA4-321E-E78AE6BFD768}"/>
              </a:ext>
            </a:extLst>
          </p:cNvPr>
          <p:cNvSpPr txBox="1"/>
          <p:nvPr/>
        </p:nvSpPr>
        <p:spPr>
          <a:xfrm>
            <a:off x="704172" y="2327472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/app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D9BDA-06B0-1845-DCE6-B98DB3A6E8CA}"/>
              </a:ext>
            </a:extLst>
          </p:cNvPr>
          <p:cNvSpPr txBox="1"/>
          <p:nvPr/>
        </p:nvSpPr>
        <p:spPr>
          <a:xfrm>
            <a:off x="704172" y="2696804"/>
            <a:ext cx="312487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new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APP_NAME=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A4257-55B9-25C2-83E9-AAC2AFE6DB17}"/>
              </a:ext>
            </a:extLst>
          </p:cNvPr>
          <p:cNvSpPr txBox="1"/>
          <p:nvPr/>
        </p:nvSpPr>
        <p:spPr>
          <a:xfrm>
            <a:off x="704172" y="3066136"/>
            <a:ext cx="226762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vi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tip_v04.xml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8D3D7A-2E18-81B5-E241-E5E1A307DB88}"/>
              </a:ext>
            </a:extLst>
          </p:cNvPr>
          <p:cNvSpPr txBox="1"/>
          <p:nvPr/>
        </p:nvSpPr>
        <p:spPr>
          <a:xfrm>
            <a:off x="704172" y="6079170"/>
            <a:ext cx="155001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87CA9E-256F-6B21-6A72-9D32E46D2EAA}"/>
              </a:ext>
            </a:extLst>
          </p:cNvPr>
          <p:cNvSpPr txBox="1"/>
          <p:nvPr/>
        </p:nvSpPr>
        <p:spPr>
          <a:xfrm>
            <a:off x="704172" y="6434415"/>
            <a:ext cx="155001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syn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C4634-8730-0154-9853-E5CFB27C616C}"/>
              </a:ext>
            </a:extLst>
          </p:cNvPr>
          <p:cNvSpPr txBox="1"/>
          <p:nvPr/>
        </p:nvSpPr>
        <p:spPr>
          <a:xfrm>
            <a:off x="704172" y="6789660"/>
            <a:ext cx="254215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genesys2-eb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C0E80A-A499-71C4-961C-9035B26C4ECD}"/>
              </a:ext>
            </a:extLst>
          </p:cNvPr>
          <p:cNvSpPr txBox="1"/>
          <p:nvPr/>
        </p:nvSpPr>
        <p:spPr>
          <a:xfrm>
            <a:off x="704172" y="7144906"/>
            <a:ext cx="423215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imp_genesys2-eb_</a:t>
            </a:r>
            <a:r>
              <a:rPr lang="en-US" altLang="ko-KR" sz="180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2026-06-XX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E8D04A-0C5C-FCE2-1B63-14DA8E1F80DD}"/>
              </a:ext>
            </a:extLst>
          </p:cNvPr>
          <p:cNvSpPr txBox="1"/>
          <p:nvPr/>
        </p:nvSpPr>
        <p:spPr>
          <a:xfrm>
            <a:off x="704172" y="7500152"/>
            <a:ext cx="423215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.all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F7E8BA-2D0E-E536-D832-6D6219690803}"/>
              </a:ext>
            </a:extLst>
          </p:cNvPr>
          <p:cNvSpPr txBox="1"/>
          <p:nvPr/>
        </p:nvSpPr>
        <p:spPr>
          <a:xfrm>
            <a:off x="6973500" y="6349752"/>
            <a:ext cx="344550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실제 명령어가 사용되는 경로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6053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3160-3133-F04E-47FC-20709F4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E4DFDEB-8D5D-3DD8-5A68-ED9CB9CE0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err="1"/>
              <a:t>Fakefile</a:t>
            </a:r>
            <a:r>
              <a:rPr lang="en-US" altLang="ko-KR"/>
              <a:t> </a:t>
            </a:r>
            <a:r>
              <a:rPr lang="ko-KR" altLang="en-US"/>
              <a:t>준비</a:t>
            </a:r>
            <a:endParaRPr lang="ko-KR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Fakefile</a:t>
            </a:r>
            <a:r>
              <a:rPr lang="en-US" altLang="ko-KR"/>
              <a:t> </a:t>
            </a:r>
            <a:r>
              <a:rPr lang="ko-KR" altLang="en-US"/>
              <a:t>변환</a:t>
            </a:r>
            <a:endParaRPr lang="ko-KR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err="1"/>
              <a:t>Fakefile</a:t>
            </a:r>
            <a:r>
              <a:rPr lang="en-US" altLang="ko-KR"/>
              <a:t> </a:t>
            </a:r>
            <a:r>
              <a:rPr lang="ko-KR" altLang="en-US"/>
              <a:t>적용</a:t>
            </a:r>
            <a:endParaRPr lang="ko-KR" altLang="ko-KR"/>
          </a:p>
          <a:p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3086A0E-A51E-45E5-EBB8-E997026EDB2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4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3793C8-26E1-FDD3-2FE9-9AD65362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/>
              <a:t>Fakefile </a:t>
            </a:r>
            <a:r>
              <a:rPr lang="ko-KR" altLang="en-US"/>
              <a:t>만들기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021132-8B3E-F7C2-6C78-C27C3F77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94" y="5737746"/>
            <a:ext cx="4613513" cy="528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FBEC8C-CF86-8795-4842-E40D13E08D62}"/>
              </a:ext>
            </a:extLst>
          </p:cNvPr>
          <p:cNvSpPr txBox="1"/>
          <p:nvPr/>
        </p:nvSpPr>
        <p:spPr>
          <a:xfrm>
            <a:off x="3614408" y="3637531"/>
            <a:ext cx="3589095" cy="36933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이 경로에 </a:t>
            </a:r>
            <a:r>
              <a:rPr kumimoji="0" lang="en-US" altLang="ko-KR" sz="1800" b="0" i="0" u="none" strike="noStrike" cap="none" spc="0" normalizeH="0" baseline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fileIO</a:t>
            </a:r>
            <a:r>
              <a:rPr kumimoji="0" lang="en-US" altLang="ko-KR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source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저장</a:t>
            </a:r>
            <a:endParaRPr kumimoji="0" lang="ko-KR" altLang="en-US" sz="1800" b="0" i="0" u="none" strike="noStrike" cap="none" spc="0" normalizeH="0" baseline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C267E9-9D11-A49B-C852-3C91BA9D0733}"/>
              </a:ext>
            </a:extLst>
          </p:cNvPr>
          <p:cNvCxnSpPr>
            <a:cxnSpLocks/>
          </p:cNvCxnSpPr>
          <p:nvPr/>
        </p:nvCxnSpPr>
        <p:spPr>
          <a:xfrm flipH="1">
            <a:off x="919689" y="3659520"/>
            <a:ext cx="324507" cy="8015"/>
          </a:xfrm>
          <a:prstGeom prst="straightConnector1">
            <a:avLst/>
          </a:prstGeom>
          <a:noFill/>
          <a:ln w="381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7CF99EE-1763-684C-BBF7-6FEE61736E71}"/>
              </a:ext>
            </a:extLst>
          </p:cNvPr>
          <p:cNvGrpSpPr/>
          <p:nvPr/>
        </p:nvGrpSpPr>
        <p:grpSpPr>
          <a:xfrm>
            <a:off x="7417433" y="6871219"/>
            <a:ext cx="3334315" cy="2521545"/>
            <a:chOff x="7753349" y="4302687"/>
            <a:chExt cx="4996950" cy="353889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AEC9D39-0D5C-46AD-00FA-C7E477019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3349" y="4302687"/>
              <a:ext cx="4375703" cy="3538890"/>
            </a:xfrm>
            <a:prstGeom prst="rect">
              <a:avLst/>
            </a:prstGeom>
          </p:spPr>
        </p:pic>
        <p:sp>
          <p:nvSpPr>
            <p:cNvPr id="32" name="액자 31">
              <a:extLst>
                <a:ext uri="{FF2B5EF4-FFF2-40B4-BE49-F238E27FC236}">
                  <a16:creationId xmlns:a16="http://schemas.microsoft.com/office/drawing/2014/main" id="{EEA87B6E-794A-73A5-70C4-4431295D2F1C}"/>
                </a:ext>
              </a:extLst>
            </p:cNvPr>
            <p:cNvSpPr/>
            <p:nvPr/>
          </p:nvSpPr>
          <p:spPr>
            <a:xfrm>
              <a:off x="9357130" y="4947557"/>
              <a:ext cx="1231949" cy="216829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B4E17E98-EF64-DFE7-581B-DF8A9830632C}"/>
                </a:ext>
              </a:extLst>
            </p:cNvPr>
            <p:cNvSpPr/>
            <p:nvPr/>
          </p:nvSpPr>
          <p:spPr>
            <a:xfrm>
              <a:off x="10592644" y="4985666"/>
              <a:ext cx="293914" cy="143350"/>
            </a:xfrm>
            <a:prstGeom prst="rightArrow">
              <a:avLst/>
            </a:prstGeom>
            <a:solidFill>
              <a:srgbClr val="00B050"/>
            </a:solidFill>
            <a:ln w="2540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314DAE7-4670-77CA-B653-572A09756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9823" y="4917839"/>
              <a:ext cx="1800476" cy="276264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B63C03F-39FB-A115-485C-2B22467E4A68}"/>
              </a:ext>
            </a:extLst>
          </p:cNvPr>
          <p:cNvSpPr txBox="1"/>
          <p:nvPr/>
        </p:nvSpPr>
        <p:spPr>
          <a:xfrm>
            <a:off x="7397967" y="9291506"/>
            <a:ext cx="293924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Uncomment (</a:t>
            </a:r>
            <a:r>
              <a:rPr kumimoji="0" lang="ko-KR" altLang="en-US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주석 제거</a:t>
            </a:r>
            <a:r>
              <a:rPr kumimoji="0" lang="en-US" altLang="ko-KR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)</a:t>
            </a:r>
            <a:endParaRPr kumimoji="0" lang="ko-KR" altLang="en-US" sz="1800" b="0" i="0" u="none" strike="noStrike" cap="none" spc="0" normalizeH="0" baseline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07313-EEEB-24BE-9B57-479DB5555814}"/>
              </a:ext>
            </a:extLst>
          </p:cNvPr>
          <p:cNvSpPr txBox="1"/>
          <p:nvPr/>
        </p:nvSpPr>
        <p:spPr>
          <a:xfrm>
            <a:off x="919689" y="1835745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55D4C-D346-27C4-B54A-492CF985C0F8}"/>
              </a:ext>
            </a:extLst>
          </p:cNvPr>
          <p:cNvSpPr txBox="1"/>
          <p:nvPr/>
        </p:nvSpPr>
        <p:spPr>
          <a:xfrm>
            <a:off x="919689" y="220050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user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70AC1-8E90-B342-C452-DD5940E05A66}"/>
              </a:ext>
            </a:extLst>
          </p:cNvPr>
          <p:cNvSpPr txBox="1"/>
          <p:nvPr/>
        </p:nvSpPr>
        <p:spPr>
          <a:xfrm>
            <a:off x="919689" y="2565255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util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14080C-9E20-FFE8-05EF-C47037B77FAF}"/>
              </a:ext>
            </a:extLst>
          </p:cNvPr>
          <p:cNvSpPr txBox="1"/>
          <p:nvPr/>
        </p:nvSpPr>
        <p:spPr>
          <a:xfrm>
            <a:off x="919689" y="293001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util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EF893-7939-A828-C350-39B87B3B4982}"/>
              </a:ext>
            </a:extLst>
          </p:cNvPr>
          <p:cNvSpPr txBox="1"/>
          <p:nvPr/>
        </p:nvSpPr>
        <p:spPr>
          <a:xfrm>
            <a:off x="919689" y="3294765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fakefile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B355E2-DA20-C985-A7AB-E896AC1EFE04}"/>
              </a:ext>
            </a:extLst>
          </p:cNvPr>
          <p:cNvSpPr txBox="1"/>
          <p:nvPr/>
        </p:nvSpPr>
        <p:spPr>
          <a:xfrm>
            <a:off x="919689" y="3662961"/>
            <a:ext cx="269471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fakefile/target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A8ACD4FF-651D-0902-3017-BDA65B4AA9FF}"/>
              </a:ext>
            </a:extLst>
          </p:cNvPr>
          <p:cNvSpPr txBox="1">
            <a:spLocks/>
          </p:cNvSpPr>
          <p:nvPr/>
        </p:nvSpPr>
        <p:spPr>
          <a:xfrm>
            <a:off x="-1304343" y="3287826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endParaRPr lang="ko-KR" altLang="ko-KR" sz="2800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D3A7DAAF-7314-EDE7-8544-A811E753B8FD}"/>
              </a:ext>
            </a:extLst>
          </p:cNvPr>
          <p:cNvSpPr txBox="1">
            <a:spLocks/>
          </p:cNvSpPr>
          <p:nvPr/>
        </p:nvSpPr>
        <p:spPr>
          <a:xfrm>
            <a:off x="636124" y="4067658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endParaRPr lang="ko-KR" altLang="ko-KR"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F50B8C-47EC-FC34-BD4E-9CC01B396B3F}"/>
              </a:ext>
            </a:extLst>
          </p:cNvPr>
          <p:cNvSpPr txBox="1"/>
          <p:nvPr/>
        </p:nvSpPr>
        <p:spPr>
          <a:xfrm>
            <a:off x="923147" y="4811936"/>
            <a:ext cx="2512431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util/fakefile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E88E0D-0377-6F9D-7EA9-F9C412F348A7}"/>
              </a:ext>
            </a:extLst>
          </p:cNvPr>
          <p:cNvSpPr txBox="1"/>
          <p:nvPr/>
        </p:nvSpPr>
        <p:spPr>
          <a:xfrm>
            <a:off x="923147" y="5183039"/>
            <a:ext cx="2061420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convert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9E4543-64BA-9D5C-BE92-EF174B2D9B8B}"/>
              </a:ext>
            </a:extLst>
          </p:cNvPr>
          <p:cNvSpPr txBox="1"/>
          <p:nvPr/>
        </p:nvSpPr>
        <p:spPr>
          <a:xfrm>
            <a:off x="4084667" y="5191431"/>
            <a:ext cx="298812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</a:rPr>
              <a:t>clean_generated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699410C-806C-CA85-EDEE-5F8A5E052DF7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2984567" y="5367705"/>
            <a:ext cx="1100100" cy="8392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AFA56D6-D0EE-5B2A-F82D-64AEDD29F3F1}"/>
              </a:ext>
            </a:extLst>
          </p:cNvPr>
          <p:cNvSpPr txBox="1"/>
          <p:nvPr/>
        </p:nvSpPr>
        <p:spPr>
          <a:xfrm>
            <a:off x="1600899" y="6278465"/>
            <a:ext cx="344550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실제 명령어가 사용되는 경로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2C7000-6F85-82DE-76C1-574A6005DF87}"/>
              </a:ext>
            </a:extLst>
          </p:cNvPr>
          <p:cNvSpPr txBox="1"/>
          <p:nvPr/>
        </p:nvSpPr>
        <p:spPr>
          <a:xfrm>
            <a:off x="7609508" y="6278465"/>
            <a:ext cx="1336486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생성 결과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481B974-091C-A195-094F-E9D222E9A7E4}"/>
              </a:ext>
            </a:extLst>
          </p:cNvPr>
          <p:cNvGrpSpPr/>
          <p:nvPr/>
        </p:nvGrpSpPr>
        <p:grpSpPr>
          <a:xfrm>
            <a:off x="7397967" y="4121907"/>
            <a:ext cx="1759568" cy="2147078"/>
            <a:chOff x="6858612" y="6394897"/>
            <a:chExt cx="2232003" cy="271615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03C3121-547A-EA6B-D2F2-6E39476EAE07}"/>
                </a:ext>
              </a:extLst>
            </p:cNvPr>
            <p:cNvGrpSpPr/>
            <p:nvPr/>
          </p:nvGrpSpPr>
          <p:grpSpPr>
            <a:xfrm>
              <a:off x="6858612" y="6394897"/>
              <a:ext cx="2232003" cy="2716151"/>
              <a:chOff x="748428" y="7037449"/>
              <a:chExt cx="2232003" cy="271615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892ACD41-E131-A12A-70A7-B957C7D59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8428" y="7037449"/>
                <a:ext cx="2232003" cy="2716151"/>
              </a:xfrm>
              <a:prstGeom prst="rect">
                <a:avLst/>
              </a:prstGeom>
            </p:spPr>
          </p:pic>
          <p:sp>
            <p:nvSpPr>
              <p:cNvPr id="25" name="왼쪽 중괄호 24">
                <a:extLst>
                  <a:ext uri="{FF2B5EF4-FFF2-40B4-BE49-F238E27FC236}">
                    <a16:creationId xmlns:a16="http://schemas.microsoft.com/office/drawing/2014/main" id="{9BA77601-5F45-A7A9-2182-8860EC1D64B2}"/>
                  </a:ext>
                </a:extLst>
              </p:cNvPr>
              <p:cNvSpPr/>
              <p:nvPr/>
            </p:nvSpPr>
            <p:spPr>
              <a:xfrm>
                <a:off x="748428" y="8695113"/>
                <a:ext cx="282350" cy="718357"/>
              </a:xfrm>
              <a:prstGeom prst="leftBrace">
                <a:avLst>
                  <a:gd name="adj1" fmla="val 63605"/>
                  <a:gd name="adj2" fmla="val 50000"/>
                </a:avLst>
              </a:prstGeom>
              <a:noFill/>
              <a:ln w="57150" cap="flat">
                <a:solidFill>
                  <a:srgbClr val="00B050"/>
                </a:solidFill>
                <a:prstDash val="solid"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</a:pPr>
                <a:endParaRPr kumimoji="0" lang="ko-KR" altLang="en-US" sz="1800" b="0" i="0" u="none" strike="noStrike" cap="none" spc="0" normalizeH="0" baseline="0"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09CAD1C-2890-F519-6C0D-1D8208A809E3}"/>
                </a:ext>
              </a:extLst>
            </p:cNvPr>
            <p:cNvCxnSpPr/>
            <p:nvPr/>
          </p:nvCxnSpPr>
          <p:spPr>
            <a:xfrm>
              <a:off x="7091978" y="6951408"/>
              <a:ext cx="0" cy="339299"/>
            </a:xfrm>
            <a:prstGeom prst="line">
              <a:avLst/>
            </a:prstGeom>
            <a:noFill/>
            <a:ln w="5715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</p:cxnSp>
      </p:grpSp>
      <p:sp>
        <p:nvSpPr>
          <p:cNvPr id="52" name="텍스트 개체 틀 2">
            <a:extLst>
              <a:ext uri="{FF2B5EF4-FFF2-40B4-BE49-F238E27FC236}">
                <a16:creationId xmlns:a16="http://schemas.microsoft.com/office/drawing/2014/main" id="{E2B950FD-D181-A6F8-656F-B35C7C6031F9}"/>
              </a:ext>
            </a:extLst>
          </p:cNvPr>
          <p:cNvSpPr txBox="1">
            <a:spLocks/>
          </p:cNvSpPr>
          <p:nvPr/>
        </p:nvSpPr>
        <p:spPr>
          <a:xfrm>
            <a:off x="636124" y="7525413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endParaRPr lang="ko-KR" altLang="ko-KR"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6B32E2-F03D-C006-A00B-15C5A597DCCE}"/>
              </a:ext>
            </a:extLst>
          </p:cNvPr>
          <p:cNvSpPr txBox="1"/>
          <p:nvPr/>
        </p:nvSpPr>
        <p:spPr>
          <a:xfrm>
            <a:off x="919689" y="850378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</a:rPr>
              <a:t>rvx_each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39438-7BFE-1C4C-E34A-2E47007B9844}"/>
              </a:ext>
            </a:extLst>
          </p:cNvPr>
          <p:cNvSpPr txBox="1"/>
          <p:nvPr/>
        </p:nvSpPr>
        <p:spPr>
          <a:xfrm>
            <a:off x="919689" y="8139493"/>
            <a:ext cx="278154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/app/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4A70ED-51D8-4D00-BE5C-ACB991C88680}"/>
              </a:ext>
            </a:extLst>
          </p:cNvPr>
          <p:cNvSpPr txBox="1"/>
          <p:nvPr/>
        </p:nvSpPr>
        <p:spPr>
          <a:xfrm>
            <a:off x="923147" y="8873112"/>
            <a:ext cx="5949239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rvx_each.mh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에서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#USE_FAKEFILE=true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의 주석 제거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E62483-58AB-904A-248E-9FA092D749BA}"/>
              </a:ext>
            </a:extLst>
          </p:cNvPr>
          <p:cNvSpPr txBox="1"/>
          <p:nvPr/>
        </p:nvSpPr>
        <p:spPr>
          <a:xfrm>
            <a:off x="3129799" y="5437196"/>
            <a:ext cx="858142" cy="21544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800">
                <a:solidFill>
                  <a:srgbClr val="494949"/>
                </a:solidFill>
                <a:latin typeface="Consolas" panose="020B0609020204030204" pitchFamily="49" charset="0"/>
              </a:rPr>
              <a:t>생성과 초기화</a:t>
            </a:r>
            <a:endParaRPr lang="en-US" altLang="ko-KR" sz="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67380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C22DF9-2440-3CA0-C83A-7B8B0C221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ko-KR" altLang="en-US"/>
              <a:t>동일한 디렉토리에 있는 것처럼 파일이름으로 바로 호출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5AB1994-2612-C787-8E35-9253C62FED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5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891518-2F50-C5C4-8B66-D28D5E66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/>
              <a:t>Fakefile </a:t>
            </a:r>
            <a:r>
              <a:rPr lang="ko-KR" altLang="en-US"/>
              <a:t>읽기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CEDD08-EC2C-1EEF-F162-5D9959BE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930" y="4334061"/>
            <a:ext cx="4650940" cy="37600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DF5B36-DDC2-03DE-B196-F3B9D17D5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37" y="2082439"/>
            <a:ext cx="5001323" cy="2095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FEE698D-5134-4E26-F096-87AF6FCD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358" y="2775784"/>
            <a:ext cx="3116083" cy="1074511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5C902DD8-3F84-259C-A95E-7C32FF8496CC}"/>
              </a:ext>
            </a:extLst>
          </p:cNvPr>
          <p:cNvSpPr/>
          <p:nvPr/>
        </p:nvSpPr>
        <p:spPr>
          <a:xfrm>
            <a:off x="6286500" y="2082439"/>
            <a:ext cx="1567543" cy="209579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F98DCA00-7434-BE9E-BE54-64D9CF6FD8A1}"/>
              </a:ext>
            </a:extLst>
          </p:cNvPr>
          <p:cNvSpPr/>
          <p:nvPr/>
        </p:nvSpPr>
        <p:spPr>
          <a:xfrm>
            <a:off x="5978534" y="3503998"/>
            <a:ext cx="1475459" cy="159794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0A9F581F-4CA3-9748-213C-1734A85ED85B}"/>
              </a:ext>
            </a:extLst>
          </p:cNvPr>
          <p:cNvSpPr/>
          <p:nvPr/>
        </p:nvSpPr>
        <p:spPr>
          <a:xfrm>
            <a:off x="5456020" y="4578509"/>
            <a:ext cx="1206037" cy="154804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E2A90B5-8B5F-97B3-868B-AC6A2E8E1096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6716264" y="2292018"/>
            <a:ext cx="354008" cy="1211980"/>
          </a:xfrm>
          <a:prstGeom prst="straightConnector1">
            <a:avLst/>
          </a:prstGeom>
          <a:noFill/>
          <a:ln w="254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F59E57A-20B5-EC51-A8A4-0211A0BBABA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6059039" y="3663792"/>
            <a:ext cx="657225" cy="914717"/>
          </a:xfrm>
          <a:prstGeom prst="straightConnector1">
            <a:avLst/>
          </a:prstGeom>
          <a:noFill/>
          <a:ln w="254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2FF66A-60F5-BE80-BFDF-9DA25432A96C}"/>
              </a:ext>
            </a:extLst>
          </p:cNvPr>
          <p:cNvSpPr txBox="1"/>
          <p:nvPr/>
        </p:nvSpPr>
        <p:spPr>
          <a:xfrm>
            <a:off x="2490108" y="8119030"/>
            <a:ext cx="7795086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ffopen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으로 호출하여 </a:t>
            </a: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fileIO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처리 가능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9596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B08B-5D0A-FE6F-9A2D-A13E81DA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C7DC50-A1CC-A9A1-4355-FCD3F0CE8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RTL </a:t>
            </a:r>
            <a:r>
              <a:rPr lang="ko-KR" altLang="en-US"/>
              <a:t>결과와</a:t>
            </a:r>
            <a:r>
              <a:rPr lang="ko-KR" altLang="ko-KR"/>
              <a:t> 일치</a:t>
            </a:r>
            <a:r>
              <a:rPr lang="ko-KR" altLang="en-US"/>
              <a:t>하도록 </a:t>
            </a:r>
            <a:r>
              <a:rPr lang="ko-KR" altLang="ko-KR"/>
              <a:t>Genesys2-EB에 </a:t>
            </a:r>
            <a:r>
              <a:rPr lang="ko-KR" altLang="ko-KR" err="1"/>
              <a:t>포팅하여</a:t>
            </a:r>
            <a:r>
              <a:rPr lang="ko-KR" altLang="ko-KR"/>
              <a:t> 정상 동작 확인</a:t>
            </a:r>
            <a:endParaRPr lang="en-US" altLang="ko-KR"/>
          </a:p>
          <a:p>
            <a:r>
              <a:rPr lang="ko-KR" altLang="ko-KR" err="1"/>
              <a:t>Fakefile</a:t>
            </a:r>
            <a:r>
              <a:rPr lang="ko-KR" altLang="ko-KR"/>
              <a:t> </a:t>
            </a:r>
            <a:r>
              <a:rPr lang="ko-KR" altLang="ko-KR" err="1"/>
              <a:t>read는</a:t>
            </a:r>
            <a:r>
              <a:rPr lang="en-US" altLang="ko-KR"/>
              <a:t> 2</a:t>
            </a:r>
            <a:r>
              <a:rPr lang="ko-KR" altLang="en-US"/>
              <a:t>번 사용</a:t>
            </a:r>
            <a:endParaRPr lang="en-US" altLang="ko-KR"/>
          </a:p>
          <a:p>
            <a:pPr lvl="1"/>
            <a:r>
              <a:rPr lang="ko-KR" altLang="ko-KR" err="1"/>
              <a:t>input</a:t>
            </a:r>
            <a:r>
              <a:rPr lang="ko-KR" altLang="ko-KR"/>
              <a:t> </a:t>
            </a:r>
            <a:r>
              <a:rPr lang="en-US" altLang="ko-KR"/>
              <a:t>data</a:t>
            </a:r>
            <a:r>
              <a:rPr lang="ko-KR" altLang="en-US"/>
              <a:t> </a:t>
            </a:r>
            <a:r>
              <a:rPr lang="ko-KR" altLang="ko-KR"/>
              <a:t>로딩</a:t>
            </a:r>
            <a:endParaRPr lang="en-US" altLang="ko-KR"/>
          </a:p>
          <a:p>
            <a:pPr lvl="1"/>
            <a:r>
              <a:rPr lang="ko-KR" altLang="en-US"/>
              <a:t>결과 </a:t>
            </a:r>
            <a:r>
              <a:rPr lang="ko-KR" altLang="ko-KR"/>
              <a:t>비교</a:t>
            </a:r>
            <a:r>
              <a:rPr lang="ko-KR" altLang="en-US"/>
              <a:t> 평가를 위한 </a:t>
            </a:r>
            <a:r>
              <a:rPr lang="en-US" altLang="ko-KR"/>
              <a:t>RTL-ZCU102</a:t>
            </a:r>
            <a:r>
              <a:rPr lang="ko-KR" altLang="en-US"/>
              <a:t>의 </a:t>
            </a:r>
            <a:r>
              <a:rPr lang="ko-KR" altLang="ko-KR"/>
              <a:t>최종 결과 </a:t>
            </a:r>
            <a:r>
              <a:rPr lang="ko-KR" altLang="en-US"/>
              <a:t>로딩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FB4CA374-27C6-B00F-A512-1E776D47FE6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6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6A7D75-156C-1F7C-2268-36634330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err="1"/>
              <a:t>PureC</a:t>
            </a:r>
            <a:r>
              <a:rPr lang="en-US" altLang="ko-KR"/>
              <a:t>-Mamba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93DA1FF-E26A-B37A-7328-77473FAED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7" t="43016" r="58800" b="18413"/>
          <a:stretch>
            <a:fillRect/>
          </a:stretch>
        </p:blipFill>
        <p:spPr>
          <a:xfrm>
            <a:off x="7113314" y="5607006"/>
            <a:ext cx="2670740" cy="194017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7296D1-C183-5316-783D-198271508CC5}"/>
              </a:ext>
            </a:extLst>
          </p:cNvPr>
          <p:cNvSpPr txBox="1"/>
          <p:nvPr/>
        </p:nvSpPr>
        <p:spPr>
          <a:xfrm>
            <a:off x="2666025" y="8634013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494949"/>
                </a:solidFill>
              </a:rPr>
              <a:t>Flow Diagram</a:t>
            </a:r>
            <a:endParaRPr kumimoji="0" lang="ko-KR" altLang="en-US" sz="24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20C25-7FC9-CDAD-7499-C115CB701A6A}"/>
              </a:ext>
            </a:extLst>
          </p:cNvPr>
          <p:cNvSpPr txBox="1"/>
          <p:nvPr/>
        </p:nvSpPr>
        <p:spPr>
          <a:xfrm>
            <a:off x="6504630" y="8595135"/>
            <a:ext cx="3888108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494949"/>
                </a:solidFill>
              </a:rPr>
              <a:t>Genesys2-EB </a:t>
            </a:r>
            <a:r>
              <a:rPr lang="ko-KR" altLang="en-US" sz="2400">
                <a:solidFill>
                  <a:srgbClr val="494949"/>
                </a:solidFill>
              </a:rPr>
              <a:t>출력 결과</a:t>
            </a:r>
            <a:endParaRPr kumimoji="0" lang="ko-KR" altLang="en-US" sz="24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DC1274-DE4E-01B0-C7A9-68FC9091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182" y="4224032"/>
            <a:ext cx="4145188" cy="439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335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80AD-FDE4-59A7-78CF-AC1310F1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978613-77D4-4762-75EE-B2DADC941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ko-KR" altLang="ko-KR"/>
              <a:t>최종 메모리 사용량: 129,244B / 131,072B</a:t>
            </a:r>
          </a:p>
          <a:p>
            <a:r>
              <a:rPr lang="ko-KR" altLang="ko-KR"/>
              <a:t>SRAM 잔여 공간: 1.8KB</a:t>
            </a:r>
            <a:r>
              <a:rPr lang="en-US" altLang="ko-KR"/>
              <a:t>, </a:t>
            </a:r>
            <a:r>
              <a:rPr lang="ko-KR" altLang="ko-KR"/>
              <a:t>정상 동작 확인</a:t>
            </a:r>
            <a:endParaRPr lang="en-US" altLang="ko-KR"/>
          </a:p>
          <a:p>
            <a:r>
              <a:rPr lang="ko-KR" altLang="ko-KR" err="1"/>
              <a:t>input</a:t>
            </a:r>
            <a:r>
              <a:rPr lang="ko-KR" altLang="ko-KR"/>
              <a:t> 1개가 약 9KB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C8A56-B8B9-8167-76ED-6ED2D57CAC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7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6904E6-F4DE-56D9-7833-2DF14F1F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err="1"/>
              <a:t>PureC</a:t>
            </a:r>
            <a:r>
              <a:rPr lang="en-US" altLang="ko-KR"/>
              <a:t>-Mamba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FD5E5DE-BF66-13F6-2BF2-BC199408E715}"/>
              </a:ext>
            </a:extLst>
          </p:cNvPr>
          <p:cNvGrpSpPr/>
          <p:nvPr/>
        </p:nvGrpSpPr>
        <p:grpSpPr>
          <a:xfrm>
            <a:off x="884524" y="3406673"/>
            <a:ext cx="3488496" cy="4629151"/>
            <a:chOff x="4145112" y="3918857"/>
            <a:chExt cx="3488496" cy="462915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64486D2-D1D3-0EC3-796A-F854EF6C0618}"/>
                </a:ext>
              </a:extLst>
            </p:cNvPr>
            <p:cNvGrpSpPr/>
            <p:nvPr/>
          </p:nvGrpSpPr>
          <p:grpSpPr>
            <a:xfrm>
              <a:off x="4145112" y="3918857"/>
              <a:ext cx="3488496" cy="4629151"/>
              <a:chOff x="2009670" y="2225891"/>
              <a:chExt cx="5217039" cy="6672106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920395E6-0AF0-F951-8441-146D0A93E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0388" t="-45" r="3868" b="4495"/>
              <a:stretch>
                <a:fillRect/>
              </a:stretch>
            </p:blipFill>
            <p:spPr>
              <a:xfrm>
                <a:off x="2009670" y="2225891"/>
                <a:ext cx="5217039" cy="6672106"/>
              </a:xfrm>
              <a:prstGeom prst="rect">
                <a:avLst/>
              </a:prstGeom>
            </p:spPr>
          </p:pic>
          <p:sp>
            <p:nvSpPr>
              <p:cNvPr id="16" name="액자 15">
                <a:extLst>
                  <a:ext uri="{FF2B5EF4-FFF2-40B4-BE49-F238E27FC236}">
                    <a16:creationId xmlns:a16="http://schemas.microsoft.com/office/drawing/2014/main" id="{062A45E9-3347-CD92-F89E-03F0EF668255}"/>
                  </a:ext>
                </a:extLst>
              </p:cNvPr>
              <p:cNvSpPr/>
              <p:nvPr/>
            </p:nvSpPr>
            <p:spPr>
              <a:xfrm>
                <a:off x="3654656" y="3773150"/>
                <a:ext cx="1703926" cy="366231"/>
              </a:xfrm>
              <a:prstGeom prst="frame">
                <a:avLst>
                  <a:gd name="adj1" fmla="val 3091"/>
                </a:avLst>
              </a:prstGeom>
              <a:solidFill>
                <a:srgbClr val="FFFF00"/>
              </a:solidFill>
              <a:ln w="25400" cap="flat">
                <a:solidFill>
                  <a:srgbClr val="FF0000"/>
                </a:solidFill>
                <a:prstDash val="solid"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</a:pPr>
                <a:endParaRPr kumimoji="0" lang="ko-KR" altLang="en-US" sz="2800" b="0" i="0" u="none" strike="noStrike" cap="all" spc="0" normalizeH="0" baseline="0">
                  <a:solidFill>
                    <a:srgbClr val="838787"/>
                  </a:solidFill>
                  <a:effectLst/>
                  <a:uFillTx/>
                  <a:latin typeface="DIN Condensed Bold"/>
                  <a:ea typeface="DIN Condensed Bold"/>
                  <a:cs typeface="DIN Condensed Bold"/>
                  <a:sym typeface="DIN Condensed Bold"/>
                </a:endParaRPr>
              </a:p>
            </p:txBody>
          </p:sp>
        </p:grpSp>
        <p:sp>
          <p:nvSpPr>
            <p:cNvPr id="6" name="액자 5">
              <a:extLst>
                <a:ext uri="{FF2B5EF4-FFF2-40B4-BE49-F238E27FC236}">
                  <a16:creationId xmlns:a16="http://schemas.microsoft.com/office/drawing/2014/main" id="{E1D06DC1-FF8F-3FD4-FE66-DCDF7B640601}"/>
                </a:ext>
              </a:extLst>
            </p:cNvPr>
            <p:cNvSpPr/>
            <p:nvPr/>
          </p:nvSpPr>
          <p:spPr>
            <a:xfrm>
              <a:off x="5236905" y="6707171"/>
              <a:ext cx="1368000" cy="322278"/>
            </a:xfrm>
            <a:prstGeom prst="frame">
              <a:avLst>
                <a:gd name="adj1" fmla="val 4928"/>
              </a:avLst>
            </a:prstGeom>
            <a:solidFill>
              <a:srgbClr val="00B050"/>
            </a:solidFill>
            <a:ln w="25400" cap="flat">
              <a:solidFill>
                <a:srgbClr val="FFFF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7B29A32-ABB0-2C29-816C-F35E6AA6E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885" y="3413335"/>
            <a:ext cx="7240010" cy="4953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F8363F0-0303-315C-A988-065B7AA22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537" y="5013899"/>
            <a:ext cx="4801759" cy="4422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0B5BC7-E97B-89E1-465C-21812DA69796}"/>
              </a:ext>
            </a:extLst>
          </p:cNvPr>
          <p:cNvSpPr txBox="1"/>
          <p:nvPr/>
        </p:nvSpPr>
        <p:spPr>
          <a:xfrm>
            <a:off x="4681396" y="4045803"/>
            <a:ext cx="4687498" cy="83099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600">
                <a:solidFill>
                  <a:srgbClr val="494949"/>
                </a:solidFill>
              </a:rPr>
              <a:t>SRAM</a:t>
            </a:r>
            <a:r>
              <a:rPr lang="ko-KR" altLang="en-US" sz="1600">
                <a:solidFill>
                  <a:srgbClr val="494949"/>
                </a:solidFill>
              </a:rPr>
              <a:t> </a:t>
            </a:r>
            <a:r>
              <a:rPr lang="en-US" altLang="ko-KR" sz="1600">
                <a:solidFill>
                  <a:srgbClr val="494949"/>
                </a:solidFill>
              </a:rPr>
              <a:t>Capacity</a:t>
            </a:r>
            <a:r>
              <a:rPr lang="ko-KR" altLang="en-US" sz="1600">
                <a:solidFill>
                  <a:srgbClr val="494949"/>
                </a:solidFill>
              </a:rPr>
              <a:t> </a:t>
            </a:r>
            <a:r>
              <a:rPr lang="en-US" altLang="ko-KR" sz="1600">
                <a:solidFill>
                  <a:srgbClr val="494949"/>
                </a:solidFill>
              </a:rPr>
              <a:t>[</a:t>
            </a:r>
            <a:r>
              <a:rPr lang="en-US" altLang="ko-KR" sz="1200">
                <a:solidFill>
                  <a:srgbClr val="494949"/>
                </a:solidFill>
                <a:latin typeface="Consolas" panose="020B0609020204030204" pitchFamily="49" charset="0"/>
              </a:rPr>
              <a:t>0x20_000</a:t>
            </a:r>
            <a:r>
              <a:rPr lang="en-US" altLang="ko-KR" sz="1600">
                <a:solidFill>
                  <a:srgbClr val="494949"/>
                </a:solidFill>
              </a:rPr>
              <a:t>] = 131,072 Byte</a:t>
            </a:r>
            <a:br>
              <a:rPr lang="en-US" altLang="ko-KR" sz="1600">
                <a:solidFill>
                  <a:srgbClr val="494949"/>
                </a:solidFill>
              </a:rPr>
            </a:br>
            <a:r>
              <a:rPr lang="en-US" altLang="ko-KR" sz="1600">
                <a:solidFill>
                  <a:srgbClr val="494949"/>
                </a:solidFill>
              </a:rPr>
              <a:t>Memory Usage 		= 129,244 Byte</a:t>
            </a:r>
            <a:br>
              <a:rPr lang="en-US" altLang="ko-KR" sz="1600">
                <a:solidFill>
                  <a:srgbClr val="494949"/>
                </a:solidFill>
              </a:rPr>
            </a:br>
            <a:r>
              <a:rPr kumimoji="0" lang="en-US" altLang="ko-KR" sz="16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Free Space</a:t>
            </a:r>
            <a:r>
              <a:rPr kumimoji="0" lang="ko-KR" altLang="en-US" sz="16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kumimoji="0" lang="en-US" altLang="ko-KR" sz="16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	</a:t>
            </a:r>
            <a:r>
              <a:rPr lang="en-US" altLang="ko-KR" sz="1600">
                <a:solidFill>
                  <a:srgbClr val="494949"/>
                </a:solidFill>
              </a:rPr>
              <a:t>	     	</a:t>
            </a:r>
            <a:r>
              <a:rPr kumimoji="0" lang="en-US" altLang="ko-KR" sz="16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=     1,828 </a:t>
            </a:r>
            <a:r>
              <a:rPr lang="en-US" altLang="ko-KR" sz="1600">
                <a:solidFill>
                  <a:srgbClr val="494949"/>
                </a:solidFill>
              </a:rPr>
              <a:t>Byte</a:t>
            </a:r>
            <a:endParaRPr kumimoji="0" lang="ko-KR" altLang="en-US" sz="16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9A0A7-D02D-CB8B-086B-336E45E2584C}"/>
              </a:ext>
            </a:extLst>
          </p:cNvPr>
          <p:cNvSpPr txBox="1"/>
          <p:nvPr/>
        </p:nvSpPr>
        <p:spPr>
          <a:xfrm>
            <a:off x="4742537" y="5545048"/>
            <a:ext cx="5354864" cy="58477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600">
                <a:solidFill>
                  <a:srgbClr val="494949"/>
                </a:solidFill>
              </a:rPr>
              <a:t>quant_input_1_json_file_raw [</a:t>
            </a:r>
            <a:r>
              <a:rPr lang="en-US" altLang="ko-KR" sz="1200">
                <a:solidFill>
                  <a:srgbClr val="494949"/>
                </a:solidFill>
                <a:latin typeface="Consolas" panose="020B0609020204030204" pitchFamily="49" charset="0"/>
              </a:rPr>
              <a:t>0x23d9</a:t>
            </a:r>
            <a:r>
              <a:rPr lang="en-US" altLang="ko-KR" sz="1600">
                <a:solidFill>
                  <a:srgbClr val="494949"/>
                </a:solidFill>
              </a:rPr>
              <a:t>] 	        ≈   8.96 KB</a:t>
            </a:r>
            <a:br>
              <a:rPr lang="en-US" altLang="ko-KR" sz="1600">
                <a:solidFill>
                  <a:srgbClr val="494949"/>
                </a:solidFill>
              </a:rPr>
            </a:br>
            <a:r>
              <a:rPr lang="en-US" altLang="ko-KR" sz="1600">
                <a:solidFill>
                  <a:srgbClr val="494949"/>
                </a:solidFill>
              </a:rPr>
              <a:t>FPGA_result_1029_3_json_file_raw [</a:t>
            </a:r>
            <a:r>
              <a:rPr lang="en-US" altLang="ko-KR" sz="1200">
                <a:solidFill>
                  <a:srgbClr val="494949"/>
                </a:solidFill>
                <a:latin typeface="Consolas" panose="020B0609020204030204" pitchFamily="49" charset="0"/>
              </a:rPr>
              <a:t>0x3f71</a:t>
            </a:r>
            <a:r>
              <a:rPr lang="en-US" altLang="ko-KR" sz="1600">
                <a:solidFill>
                  <a:srgbClr val="494949"/>
                </a:solidFill>
              </a:rPr>
              <a:t>] ≈ 15.86 KB</a:t>
            </a:r>
            <a:endParaRPr kumimoji="0" lang="ko-KR" altLang="en-US" sz="16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D13D17-43FF-AE15-27ED-1A5D6E95B12A}"/>
              </a:ext>
            </a:extLst>
          </p:cNvPr>
          <p:cNvSpPr txBox="1"/>
          <p:nvPr/>
        </p:nvSpPr>
        <p:spPr>
          <a:xfrm>
            <a:off x="1421159" y="8062605"/>
            <a:ext cx="2266018" cy="83099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Genesys2-eb</a:t>
            </a:r>
            <a:br>
              <a:rPr kumimoji="0" lang="en-US" altLang="ko-KR" sz="24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</a:br>
            <a:r>
              <a:rPr kumimoji="0" lang="en-US" altLang="ko-KR" sz="24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memory tree</a:t>
            </a:r>
            <a:endParaRPr kumimoji="0" lang="ko-KR" altLang="en-US" sz="24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277498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B1B0-DDF1-B2CC-614B-5CC3E9F2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5D33A5-3198-201C-C0F0-1CEC5B17A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en-US" altLang="ko-KR"/>
              <a:t>Genesys2</a:t>
            </a:r>
            <a:r>
              <a:rPr lang="ko-KR" altLang="en-US"/>
              <a:t>에서</a:t>
            </a:r>
            <a:r>
              <a:rPr lang="en-US" altLang="ko-KR"/>
              <a:t> SRAM</a:t>
            </a:r>
            <a:r>
              <a:rPr lang="ko-KR" altLang="en-US"/>
              <a:t> 구현 방식</a:t>
            </a:r>
            <a:endParaRPr lang="en-US" altLang="ko-KR"/>
          </a:p>
          <a:p>
            <a:pPr lvl="1"/>
            <a:r>
              <a:rPr lang="ko-KR" altLang="en-US"/>
              <a:t>스펙상 </a:t>
            </a:r>
            <a:r>
              <a:rPr lang="en-US" altLang="ko-KR"/>
              <a:t>BRAM 2MB, DDR3 1GB</a:t>
            </a:r>
          </a:p>
          <a:p>
            <a:pPr lvl="1"/>
            <a:r>
              <a:rPr lang="ko-KR" altLang="en-US"/>
              <a:t>기본 포함된 </a:t>
            </a:r>
            <a:r>
              <a:rPr lang="en-US" altLang="ko-KR"/>
              <a:t>hello </a:t>
            </a:r>
            <a:r>
              <a:rPr lang="ko-KR" altLang="en-US"/>
              <a:t>프로젝트의 </a:t>
            </a:r>
            <a:r>
              <a:rPr lang="en-US" altLang="ko-KR"/>
              <a:t>SRAM</a:t>
            </a:r>
            <a:r>
              <a:rPr lang="ko-KR" altLang="en-US"/>
              <a:t> </a:t>
            </a:r>
            <a:r>
              <a:rPr lang="en-US" altLang="ko-KR"/>
              <a:t>128KB</a:t>
            </a:r>
          </a:p>
          <a:p>
            <a:pPr lvl="1"/>
            <a:r>
              <a:rPr lang="en-US" altLang="ko-KR" err="1"/>
              <a:t>subinki</a:t>
            </a:r>
            <a:r>
              <a:rPr lang="en-US" altLang="ko-KR"/>
              <a:t> </a:t>
            </a:r>
            <a:r>
              <a:rPr lang="ko-KR" altLang="en-US"/>
              <a:t>프로젝트의 </a:t>
            </a:r>
            <a:r>
              <a:rPr lang="en-US" altLang="ko-KR"/>
              <a:t>SRAM 64KB</a:t>
            </a:r>
            <a:endParaRPr lang="ko-KR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94DF82-B0EF-7460-DB9E-5C27906B17A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8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746C62-374C-BE33-622B-7563AB98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ko-KR" altLang="en-US"/>
              <a:t>시스템 문의 사항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1887E-6C75-1B8E-6F23-FAFA06E63949}"/>
              </a:ext>
            </a:extLst>
          </p:cNvPr>
          <p:cNvSpPr txBox="1"/>
          <p:nvPr/>
        </p:nvSpPr>
        <p:spPr>
          <a:xfrm>
            <a:off x="139659" y="7576120"/>
            <a:ext cx="5286026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BRAM:2 MB, DDR:1GB</a:t>
            </a:r>
            <a:endParaRPr kumimoji="0" lang="ko-KR" altLang="en-US" sz="24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6CFDCC5-4158-BBC6-2849-61FFDF3E5BFD}"/>
              </a:ext>
            </a:extLst>
          </p:cNvPr>
          <p:cNvGrpSpPr/>
          <p:nvPr/>
        </p:nvGrpSpPr>
        <p:grpSpPr>
          <a:xfrm>
            <a:off x="1143127" y="3753185"/>
            <a:ext cx="2354536" cy="2695658"/>
            <a:chOff x="529280" y="3630235"/>
            <a:chExt cx="3781953" cy="4382112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A506ABC-51AC-0C7E-D0C2-AB85682DB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280" y="3630235"/>
              <a:ext cx="3781953" cy="4382112"/>
            </a:xfrm>
            <a:prstGeom prst="rect">
              <a:avLst/>
            </a:prstGeom>
          </p:spPr>
        </p:pic>
        <p:sp>
          <p:nvSpPr>
            <p:cNvPr id="22" name="액자 21">
              <a:extLst>
                <a:ext uri="{FF2B5EF4-FFF2-40B4-BE49-F238E27FC236}">
                  <a16:creationId xmlns:a16="http://schemas.microsoft.com/office/drawing/2014/main" id="{5DD3E629-A0B6-D448-B2BA-A3088A771EAE}"/>
                </a:ext>
              </a:extLst>
            </p:cNvPr>
            <p:cNvSpPr/>
            <p:nvPr/>
          </p:nvSpPr>
          <p:spPr>
            <a:xfrm>
              <a:off x="686269" y="6213248"/>
              <a:ext cx="2089587" cy="254093"/>
            </a:xfrm>
            <a:prstGeom prst="frame">
              <a:avLst>
                <a:gd name="adj1" fmla="val 3091"/>
              </a:avLst>
            </a:prstGeom>
            <a:solidFill>
              <a:srgbClr val="FFFF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23" name="액자 22">
              <a:extLst>
                <a:ext uri="{FF2B5EF4-FFF2-40B4-BE49-F238E27FC236}">
                  <a16:creationId xmlns:a16="http://schemas.microsoft.com/office/drawing/2014/main" id="{6F178E86-3D2A-76F3-690D-2661F06B45AE}"/>
                </a:ext>
              </a:extLst>
            </p:cNvPr>
            <p:cNvSpPr/>
            <p:nvPr/>
          </p:nvSpPr>
          <p:spPr>
            <a:xfrm>
              <a:off x="686269" y="6902813"/>
              <a:ext cx="3289738" cy="254093"/>
            </a:xfrm>
            <a:prstGeom prst="frame">
              <a:avLst>
                <a:gd name="adj1" fmla="val 3091"/>
              </a:avLst>
            </a:prstGeom>
            <a:solidFill>
              <a:srgbClr val="FFFF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A1C302C-10AC-FA13-F83D-B2D2956F95DB}"/>
              </a:ext>
            </a:extLst>
          </p:cNvPr>
          <p:cNvGrpSpPr>
            <a:grpSpLocks noChangeAspect="1"/>
          </p:cNvGrpSpPr>
          <p:nvPr/>
        </p:nvGrpSpPr>
        <p:grpSpPr>
          <a:xfrm>
            <a:off x="618891" y="6581154"/>
            <a:ext cx="7240010" cy="830997"/>
            <a:chOff x="729708" y="7052360"/>
            <a:chExt cx="6300358" cy="621559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BDDA62C-44E8-7105-6145-F4569230C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708" y="7052360"/>
              <a:ext cx="6300358" cy="621559"/>
            </a:xfrm>
            <a:prstGeom prst="rect">
              <a:avLst/>
            </a:prstGeom>
          </p:spPr>
        </p:pic>
        <p:sp>
          <p:nvSpPr>
            <p:cNvPr id="29" name="액자 28">
              <a:extLst>
                <a:ext uri="{FF2B5EF4-FFF2-40B4-BE49-F238E27FC236}">
                  <a16:creationId xmlns:a16="http://schemas.microsoft.com/office/drawing/2014/main" id="{136D841C-5598-7858-08B0-9828E51D5F5F}"/>
                </a:ext>
              </a:extLst>
            </p:cNvPr>
            <p:cNvSpPr/>
            <p:nvPr/>
          </p:nvSpPr>
          <p:spPr>
            <a:xfrm>
              <a:off x="2976283" y="7243842"/>
              <a:ext cx="1408904" cy="148979"/>
            </a:xfrm>
            <a:prstGeom prst="frame">
              <a:avLst>
                <a:gd name="adj1" fmla="val 3091"/>
              </a:avLst>
            </a:prstGeom>
            <a:solidFill>
              <a:srgbClr val="FFFF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A5726E7-F93F-7BCA-2DDC-268FA6651415}"/>
              </a:ext>
            </a:extLst>
          </p:cNvPr>
          <p:cNvSpPr txBox="1"/>
          <p:nvPr/>
        </p:nvSpPr>
        <p:spPr>
          <a:xfrm>
            <a:off x="8772333" y="8308947"/>
            <a:ext cx="3734696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err="1">
                <a:solidFill>
                  <a:srgbClr val="494949"/>
                </a:solidFill>
              </a:rPr>
              <a:t>subinki</a:t>
            </a:r>
            <a:r>
              <a:rPr lang="en-US" altLang="ko-KR" sz="2400">
                <a:solidFill>
                  <a:srgbClr val="494949"/>
                </a:solidFill>
              </a:rPr>
              <a:t> proj.SRAM:64KB</a:t>
            </a:r>
            <a:endParaRPr kumimoji="0" lang="ko-KR" altLang="en-US" sz="2400" b="0" i="0" u="none" strike="noStrike" cap="none" spc="0" normalizeH="0" baseline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D04F21-99FE-6C00-B6BE-3709C3FFC9B7}"/>
              </a:ext>
            </a:extLst>
          </p:cNvPr>
          <p:cNvGrpSpPr/>
          <p:nvPr/>
        </p:nvGrpSpPr>
        <p:grpSpPr>
          <a:xfrm>
            <a:off x="7956638" y="3753185"/>
            <a:ext cx="4908503" cy="4510690"/>
            <a:chOff x="9021943" y="4395319"/>
            <a:chExt cx="5199522" cy="4778123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0A6A4FA-7C67-82B1-36B1-C957D8EAB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1943" y="4395319"/>
              <a:ext cx="5199522" cy="4778123"/>
            </a:xfrm>
            <a:prstGeom prst="rect">
              <a:avLst/>
            </a:prstGeom>
          </p:spPr>
        </p:pic>
        <p:sp>
          <p:nvSpPr>
            <p:cNvPr id="37" name="액자 36">
              <a:extLst>
                <a:ext uri="{FF2B5EF4-FFF2-40B4-BE49-F238E27FC236}">
                  <a16:creationId xmlns:a16="http://schemas.microsoft.com/office/drawing/2014/main" id="{BABC364B-53A8-5688-F08C-96E6AF18CAF4}"/>
                </a:ext>
              </a:extLst>
            </p:cNvPr>
            <p:cNvSpPr/>
            <p:nvPr/>
          </p:nvSpPr>
          <p:spPr>
            <a:xfrm>
              <a:off x="9886000" y="6320798"/>
              <a:ext cx="1358105" cy="685002"/>
            </a:xfrm>
            <a:prstGeom prst="frame">
              <a:avLst>
                <a:gd name="adj1" fmla="val 3091"/>
              </a:avLst>
            </a:prstGeom>
            <a:solidFill>
              <a:srgbClr val="FFFF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998460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New_Template7">
  <a:themeElements>
    <a:clrScheme name="New_Template7">
      <a:dk1>
        <a:srgbClr val="494949"/>
      </a:dk1>
      <a:lt1>
        <a:srgbClr val="222222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 cap="flat">
          <a:solidFill>
            <a:srgbClr val="00B050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no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000" b="0" i="0" u="none" strike="noStrike" cap="all" spc="0" normalizeH="0" baseline="0" dirty="0">
            <a:solidFill>
              <a:srgbClr val="838787"/>
            </a:solidFill>
            <a:effectLst/>
            <a:uFillTx/>
            <a:latin typeface="+mn-ea"/>
            <a:cs typeface="DIN Condensed Bold"/>
            <a:sym typeface="DIN Condensed Bold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38100" cap="flat">
          <a:solidFill>
            <a:srgbClr val="00B050"/>
          </a:solidFill>
          <a:prstDash val="solid"/>
          <a:miter/>
          <a:tailEnd type="triangle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9050" cap="flat">
          <a:solidFill>
            <a:schemeClr val="bg1"/>
          </a:solidFill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Autofit/>
      </a:bodyPr>
      <a:lstStyle>
        <a:defPPr algn="l">
          <a:spcBef>
            <a:spcPts val="0"/>
          </a:spcBef>
          <a:defRPr sz="2000" b="0" dirty="0" smtClean="0">
            <a:solidFill>
              <a:srgbClr val="0000FF"/>
            </a:solidFill>
            <a:effectLst/>
            <a:latin typeface="Consolas" panose="020B0609020204030204" pitchFamily="49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1_New_Template7</vt:lpstr>
      <vt:lpstr>딥러닝 기반 Mamba 가속 하드웨어 IP 회로 개발</vt:lpstr>
      <vt:lpstr>Overview</vt:lpstr>
      <vt:lpstr>Platform &amp; App 만들기</vt:lpstr>
      <vt:lpstr>Fakefile 만들기</vt:lpstr>
      <vt:lpstr>Fakefile 읽기</vt:lpstr>
      <vt:lpstr>PureC-Mamba</vt:lpstr>
      <vt:lpstr>PureC-Mamba</vt:lpstr>
      <vt:lpstr>시스템 문의 사항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Processor System with Zynq</dc:title>
  <dc:creator>Jaehyun</dc:creator>
  <cp:revision>1</cp:revision>
  <dcterms:modified xsi:type="dcterms:W3CDTF">2026-06-16T06:28:40Z</dcterms:modified>
</cp:coreProperties>
</file>